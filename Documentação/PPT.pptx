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BFF"/>
    <a:srgbClr val="058DD1"/>
    <a:srgbClr val="273EAF"/>
    <a:srgbClr val="2D82B7"/>
    <a:srgbClr val="09123D"/>
    <a:srgbClr val="45F0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E7160D-70BA-47A6-917B-CCA8C3D5E6C5}" v="124" dt="2025-11-26T02:28:19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482" y="3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03B62-7C34-9B18-BD56-8C55D1F00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A4E18F-A1FF-FD0D-FDAC-3CF44471C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EAE9E-7099-AA28-239A-11EEE8201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6D84-E225-41BA-95C1-D9381227F4E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F35458-AF4F-02B7-3361-627EEEA4A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CFDE47-69E9-855D-9A66-EF7CB8DAF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BDF08-6949-424D-B742-65B01D501B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8005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CEC902-CCE0-C0F0-C3B6-4FD0C35C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F59EC2-B86E-7ED5-1B86-676A51887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00DD0F-D8E6-CE80-7AB5-8EAEA2738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6D84-E225-41BA-95C1-D9381227F4E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476126-573C-8238-1AEC-6B59066F2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4DFF70-760A-432D-7B92-02DE3EB1A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BDF08-6949-424D-B742-65B01D501B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1151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EE65F-2810-6721-E5BC-31E2A778D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F7659F-3FB4-0EB6-852F-DFF99D1A5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4C7218-6326-1C9E-3634-DC49C5166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6D84-E225-41BA-95C1-D9381227F4E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EBA0BF-C12B-BBFF-55CA-9C3D43C83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9316D6-CE8D-FBB1-5D53-7192C2D53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BDF08-6949-424D-B742-65B01D501B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2164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E9C44E-9A4D-2CC8-4257-9D927C5D5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C97166-2E1C-E723-C5DA-E446C9ABC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08029D-B1CD-042C-D044-02502C268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990057-380F-5F07-7BF0-8CFFDA14B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6D84-E225-41BA-95C1-D9381227F4E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3369A4-708C-7849-5DF0-26B5391DD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582EF4-3C4E-81C4-5D35-412A68CD3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BDF08-6949-424D-B742-65B01D501B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4584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C8D3A7-C45F-3C0F-1DF4-9769C5B1A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A11EAD-DCA6-E606-8BC7-63DAED8A7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7CF771-FCAC-2EC3-7C11-567916CAC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2657282-ECBA-EBF1-2C71-963A8A47B5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494CAD1-C495-B475-05C4-84005C9D43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DDEDCDD-2E08-B4F6-CEBA-BDCC6ECAC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6D84-E225-41BA-95C1-D9381227F4E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FBB516C-BA52-FFDB-5806-270AADFA8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BE8E86E-2F57-DA2D-B524-A7D0C0C21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BDF08-6949-424D-B742-65B01D501B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108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4C723-F993-CFC5-31D1-62AA1580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CD6115B-898C-EA7B-FF27-AA08B4D4F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6D84-E225-41BA-95C1-D9381227F4E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B1975CD-8E72-AFD0-4F2F-330C12B1C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353626B-B51D-5684-18D2-680CD2053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BDF08-6949-424D-B742-65B01D501B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306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48D9628-6ACB-A3FE-681B-49C6FFD78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6D84-E225-41BA-95C1-D9381227F4E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7D7EA54-6695-0FC3-D3BF-411199A10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E218C95-F6AA-BB17-EC68-89F39665B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BDF08-6949-424D-B742-65B01D501B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2270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FF4B5-113A-8404-2DDE-D626953F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64038E-B0F3-8216-4B8F-373685604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F3547C-224E-2FDE-3CA4-A0D4C93A3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5BD17C-D1C6-3016-2D27-E2DDAB99B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6D84-E225-41BA-95C1-D9381227F4E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C926E0-D254-CC5F-2C31-3CBAFF41B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922D64-36E2-C660-689F-0C487404E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BDF08-6949-424D-B742-65B01D501B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1487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4689C5-8A8F-8AFB-DF5F-5C8FBF5F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496A20B-FEA0-FC4E-1E5D-B886D8642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E10902-F8BC-58BC-E484-738080F22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0DFF20-0300-0052-46CD-A46AD2E8A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6D84-E225-41BA-95C1-D9381227F4E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8118F-A776-4481-2141-06EBBC1EF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838FAC-04F6-A3A7-D4FD-8920422AB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BDF08-6949-424D-B742-65B01D501B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6465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77F23-813E-5641-90B2-916994D9E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1AE38F-0BC7-972B-B6DE-848334FB8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970B62-8288-801A-5B87-6F25CAA3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6D84-E225-41BA-95C1-D9381227F4E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ABCFF1-9BF1-BACA-4B18-7AF3C404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036C10-51FE-0B06-DAD9-685D46665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BDF08-6949-424D-B742-65B01D501B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27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070105-7055-C658-5A83-B6347C61E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9ADB48-B9D8-8191-C648-3A1E67918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96A112-F890-63C7-8081-3C928E270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6D84-E225-41BA-95C1-D9381227F4E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A0B023-D36C-09A1-35E4-F62955D7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A9DB28-F34F-5AAD-9186-19E785EC7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BDF08-6949-424D-B742-65B01D501B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549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C587EA-0EFD-48D0-CDE6-13811C376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22B88A-EAF2-DDED-8BE3-5464FEA73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C053CB-FDE4-C34F-1E20-A7B75E24A9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A66D84-E225-41BA-95C1-D9381227F4E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89F408-78DF-96F3-8E0D-AFDB6515E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586ABE-4DC7-FEC5-2AB7-CBA250536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BBDF08-6949-424D-B742-65B01D501B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4916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47BDA575-29F4-CD41-6DF1-B4C35DBC1A60}"/>
              </a:ext>
            </a:extLst>
          </p:cNvPr>
          <p:cNvSpPr/>
          <p:nvPr/>
        </p:nvSpPr>
        <p:spPr>
          <a:xfrm>
            <a:off x="0" y="-35169"/>
            <a:ext cx="5331656" cy="6893169"/>
          </a:xfrm>
          <a:custGeom>
            <a:avLst/>
            <a:gdLst>
              <a:gd name="connsiteX0" fmla="*/ 0 w 5331656"/>
              <a:gd name="connsiteY0" fmla="*/ 6893169 h 6893169"/>
              <a:gd name="connsiteX1" fmla="*/ 0 w 5331656"/>
              <a:gd name="connsiteY1" fmla="*/ 0 h 6893169"/>
              <a:gd name="connsiteX2" fmla="*/ 5331656 w 5331656"/>
              <a:gd name="connsiteY2" fmla="*/ 28135 h 6893169"/>
              <a:gd name="connsiteX3" fmla="*/ 2447779 w 5331656"/>
              <a:gd name="connsiteY3" fmla="*/ 6893169 h 6893169"/>
              <a:gd name="connsiteX4" fmla="*/ 0 w 5331656"/>
              <a:gd name="connsiteY4" fmla="*/ 6893169 h 689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1656" h="6893169">
                <a:moveTo>
                  <a:pt x="0" y="6893169"/>
                </a:moveTo>
                <a:lnTo>
                  <a:pt x="0" y="0"/>
                </a:lnTo>
                <a:lnTo>
                  <a:pt x="5331656" y="28135"/>
                </a:lnTo>
                <a:lnTo>
                  <a:pt x="2447779" y="6893169"/>
                </a:lnTo>
                <a:lnTo>
                  <a:pt x="0" y="6893169"/>
                </a:lnTo>
                <a:close/>
              </a:path>
            </a:pathLst>
          </a:custGeom>
          <a:solidFill>
            <a:srgbClr val="00B0F0"/>
          </a:solidFill>
          <a:effectLst>
            <a:outerShdw blurRad="1270000" dist="50800" dir="5400000" sx="165000" sy="165000" algn="ctr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7DCE1EC2-064A-6A85-6799-3B84F64BB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 t="6431" r="26283" b="8889"/>
          <a:stretch>
            <a:fillRect/>
          </a:stretch>
        </p:blipFill>
        <p:spPr>
          <a:xfrm>
            <a:off x="4445480" y="1331667"/>
            <a:ext cx="3301039" cy="393089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2FB3B0F-28FD-3FAF-EFB0-87DA7344DC9E}"/>
              </a:ext>
            </a:extLst>
          </p:cNvPr>
          <p:cNvSpPr txBox="1"/>
          <p:nvPr/>
        </p:nvSpPr>
        <p:spPr>
          <a:xfrm>
            <a:off x="7897149" y="2278214"/>
            <a:ext cx="420093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dirty="0">
                <a:solidFill>
                  <a:schemeClr val="bg1"/>
                </a:solidFill>
                <a:latin typeface="Blacklisted" panose="02000500000000000000" pitchFamily="2" charset="0"/>
              </a:rPr>
              <a:t>Science</a:t>
            </a:r>
            <a:br>
              <a:rPr lang="pt-BR" sz="8000" dirty="0">
                <a:latin typeface="Blacklisted" panose="02000500000000000000" pitchFamily="2" charset="0"/>
              </a:rPr>
            </a:br>
            <a:r>
              <a:rPr lang="pt-BR" sz="8000" dirty="0">
                <a:solidFill>
                  <a:schemeClr val="accent1">
                    <a:lumMod val="60000"/>
                    <a:lumOff val="40000"/>
                  </a:schemeClr>
                </a:solidFill>
                <a:latin typeface="Blacklisted" panose="02000500000000000000" pitchFamily="2" charset="0"/>
              </a:rPr>
              <a:t>Craft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C192A52-768D-9447-F631-45F737454835}"/>
              </a:ext>
            </a:extLst>
          </p:cNvPr>
          <p:cNvSpPr txBox="1"/>
          <p:nvPr/>
        </p:nvSpPr>
        <p:spPr>
          <a:xfrm>
            <a:off x="9798835" y="6508546"/>
            <a:ext cx="281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angal Pro" panose="020B0502040204020203" pitchFamily="2" charset="0"/>
                <a:cs typeface="Mangal Pro" panose="020B0502040204020203" pitchFamily="2" charset="0"/>
              </a:rPr>
              <a:t>Por: kaio rodrigues</a:t>
            </a:r>
          </a:p>
        </p:txBody>
      </p:sp>
      <p:pic>
        <p:nvPicPr>
          <p:cNvPr id="5" name="Imagem 4" descr="Homem de uniforme e chapéu&#10;&#10;O conteúdo gerado por IA pode estar incorreto.">
            <a:extLst>
              <a:ext uri="{FF2B5EF4-FFF2-40B4-BE49-F238E27FC236}">
                <a16:creationId xmlns:a16="http://schemas.microsoft.com/office/drawing/2014/main" id="{274392E8-26CB-040C-8F6D-A1C83B075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86339" y="3048000"/>
            <a:ext cx="59055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6603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FA921A-73D8-A83F-68CF-E7F9ADC16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87B01FA1-58BA-079D-DFE8-4EF334EA4063}"/>
              </a:ext>
            </a:extLst>
          </p:cNvPr>
          <p:cNvSpPr/>
          <p:nvPr/>
        </p:nvSpPr>
        <p:spPr>
          <a:xfrm>
            <a:off x="94186" y="-16119"/>
            <a:ext cx="5084006" cy="6874119"/>
          </a:xfrm>
          <a:custGeom>
            <a:avLst/>
            <a:gdLst>
              <a:gd name="connsiteX0" fmla="*/ 0 w 5331656"/>
              <a:gd name="connsiteY0" fmla="*/ 6893169 h 6893169"/>
              <a:gd name="connsiteX1" fmla="*/ 0 w 5331656"/>
              <a:gd name="connsiteY1" fmla="*/ 0 h 6893169"/>
              <a:gd name="connsiteX2" fmla="*/ 5331656 w 5331656"/>
              <a:gd name="connsiteY2" fmla="*/ 28135 h 6893169"/>
              <a:gd name="connsiteX3" fmla="*/ 2447779 w 5331656"/>
              <a:gd name="connsiteY3" fmla="*/ 6893169 h 6893169"/>
              <a:gd name="connsiteX4" fmla="*/ 0 w 5331656"/>
              <a:gd name="connsiteY4" fmla="*/ 6893169 h 6893169"/>
              <a:gd name="connsiteX0" fmla="*/ 0 w 5331656"/>
              <a:gd name="connsiteY0" fmla="*/ 6874119 h 6874119"/>
              <a:gd name="connsiteX1" fmla="*/ 3333750 w 5331656"/>
              <a:gd name="connsiteY1" fmla="*/ 0 h 6874119"/>
              <a:gd name="connsiteX2" fmla="*/ 5331656 w 5331656"/>
              <a:gd name="connsiteY2" fmla="*/ 9085 h 6874119"/>
              <a:gd name="connsiteX3" fmla="*/ 2447779 w 5331656"/>
              <a:gd name="connsiteY3" fmla="*/ 6874119 h 6874119"/>
              <a:gd name="connsiteX4" fmla="*/ 0 w 5331656"/>
              <a:gd name="connsiteY4" fmla="*/ 6874119 h 6874119"/>
              <a:gd name="connsiteX0" fmla="*/ 0 w 5084006"/>
              <a:gd name="connsiteY0" fmla="*/ 6874119 h 6874119"/>
              <a:gd name="connsiteX1" fmla="*/ 3086100 w 5084006"/>
              <a:gd name="connsiteY1" fmla="*/ 0 h 6874119"/>
              <a:gd name="connsiteX2" fmla="*/ 5084006 w 5084006"/>
              <a:gd name="connsiteY2" fmla="*/ 9085 h 6874119"/>
              <a:gd name="connsiteX3" fmla="*/ 2200129 w 5084006"/>
              <a:gd name="connsiteY3" fmla="*/ 6874119 h 6874119"/>
              <a:gd name="connsiteX4" fmla="*/ 0 w 5084006"/>
              <a:gd name="connsiteY4" fmla="*/ 6874119 h 6874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4006" h="6874119">
                <a:moveTo>
                  <a:pt x="0" y="6874119"/>
                </a:moveTo>
                <a:lnTo>
                  <a:pt x="3086100" y="0"/>
                </a:lnTo>
                <a:lnTo>
                  <a:pt x="5084006" y="9085"/>
                </a:lnTo>
                <a:lnTo>
                  <a:pt x="2200129" y="6874119"/>
                </a:lnTo>
                <a:lnTo>
                  <a:pt x="0" y="6874119"/>
                </a:lnTo>
                <a:close/>
              </a:path>
            </a:pathLst>
          </a:custGeom>
          <a:solidFill>
            <a:srgbClr val="00B0F0"/>
          </a:solidFill>
          <a:effectLst>
            <a:outerShdw blurRad="1270000" dist="50800" dir="5400000" sx="165000" sy="165000" algn="ctr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9E49F2F9-916F-B0E1-00A8-DCF20D2D5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 t="6431" r="26283" b="8889"/>
          <a:stretch>
            <a:fillRect/>
          </a:stretch>
        </p:blipFill>
        <p:spPr>
          <a:xfrm>
            <a:off x="94186" y="0"/>
            <a:ext cx="624975" cy="74422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47E73BD-ECC2-607F-E8E7-221600922D0B}"/>
              </a:ext>
            </a:extLst>
          </p:cNvPr>
          <p:cNvSpPr txBox="1"/>
          <p:nvPr/>
        </p:nvSpPr>
        <p:spPr>
          <a:xfrm>
            <a:off x="719161" y="187445"/>
            <a:ext cx="158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  <a:latin typeface="Blacklisted" panose="02000500000000000000" pitchFamily="2" charset="0"/>
              </a:rPr>
              <a:t>Science</a:t>
            </a:r>
            <a:r>
              <a:rPr lang="pt-BR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Blacklisted" panose="02000500000000000000" pitchFamily="2" charset="0"/>
              </a:rPr>
              <a:t>Craft</a:t>
            </a:r>
            <a:endParaRPr lang="pt-BR" dirty="0">
              <a:solidFill>
                <a:schemeClr val="accent1">
                  <a:lumMod val="60000"/>
                  <a:lumOff val="40000"/>
                </a:schemeClr>
              </a:solidFill>
              <a:latin typeface="Blacklisted" panose="02000500000000000000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FC7788A-405D-E692-E873-0E80FD620D0E}"/>
              </a:ext>
            </a:extLst>
          </p:cNvPr>
          <p:cNvSpPr txBox="1"/>
          <p:nvPr/>
        </p:nvSpPr>
        <p:spPr>
          <a:xfrm>
            <a:off x="-3734972" y="6095591"/>
            <a:ext cx="281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angal Pro" panose="020B0502040204020203" pitchFamily="2" charset="0"/>
                <a:cs typeface="Mangal Pro" panose="020B0502040204020203" pitchFamily="2" charset="0"/>
              </a:rPr>
              <a:t>Por: kaio rodrigues</a:t>
            </a:r>
          </a:p>
        </p:txBody>
      </p:sp>
      <p:pic>
        <p:nvPicPr>
          <p:cNvPr id="5" name="Imagem 4" descr="Homem de uniforme e chapéu&#10;&#10;O conteúdo gerado por IA pode estar incorreto.">
            <a:extLst>
              <a:ext uri="{FF2B5EF4-FFF2-40B4-BE49-F238E27FC236}">
                <a16:creationId xmlns:a16="http://schemas.microsoft.com/office/drawing/2014/main" id="{C00B8407-E7D0-6AAF-F328-D2968CAD6A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000"/>
            <a:ext cx="5905500" cy="3810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1EA3C15-4294-F51C-DE1D-E9A82F06E99F}"/>
              </a:ext>
            </a:extLst>
          </p:cNvPr>
          <p:cNvSpPr txBox="1"/>
          <p:nvPr/>
        </p:nvSpPr>
        <p:spPr>
          <a:xfrm>
            <a:off x="2933887" y="556777"/>
            <a:ext cx="9025884" cy="1754326"/>
          </a:xfrm>
          <a:prstGeom prst="rect">
            <a:avLst/>
          </a:prstGeom>
          <a:noFill/>
          <a:effectLst>
            <a:outerShdw blurRad="279400" dist="50800" dir="5400000" sx="41000" sy="41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Minecraft foi idealizado em 2009 pelo desenvolvedor sueco </a:t>
            </a:r>
            <a:r>
              <a:rPr lang="pt-BR" b="1" dirty="0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Markus Alexej Persson</a:t>
            </a:r>
            <a:r>
              <a:rPr lang="pt-BR" dirty="0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, amplamente conhecido como </a:t>
            </a:r>
            <a:r>
              <a:rPr lang="pt-BR" i="1" dirty="0" err="1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Notch</a:t>
            </a:r>
            <a:r>
              <a:rPr lang="pt-BR" dirty="0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. O projeto surgiu inicialmente como uma experiência independente. Desenvolvido integralmente em </a:t>
            </a:r>
            <a:r>
              <a:rPr lang="pt-BR" b="1" dirty="0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Java</a:t>
            </a:r>
            <a:r>
              <a:rPr lang="pt-BR" dirty="0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, o jogo teve seu primeiro protótipo funcional criado em poucos dias e rapidamente ganhou tração devido à natureza aberta de seu desenvolvimento.</a:t>
            </a:r>
          </a:p>
          <a:p>
            <a:endParaRPr lang="pt-BR" dirty="0"/>
          </a:p>
        </p:txBody>
      </p:sp>
      <p:pic>
        <p:nvPicPr>
          <p:cNvPr id="9" name="Imagem 8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D0640936-FDDE-A2DA-0CA7-BB97FB7B61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9936">
            <a:off x="8410914" y="3747494"/>
            <a:ext cx="4558507" cy="335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3981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B84BEF-3523-40BF-5D9A-9513B9ED7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FC811078-83BD-7B35-15F6-3762B89FDC91}"/>
              </a:ext>
            </a:extLst>
          </p:cNvPr>
          <p:cNvSpPr/>
          <p:nvPr/>
        </p:nvSpPr>
        <p:spPr>
          <a:xfrm>
            <a:off x="-5366" y="13379"/>
            <a:ext cx="12269591" cy="6903615"/>
          </a:xfrm>
          <a:custGeom>
            <a:avLst/>
            <a:gdLst>
              <a:gd name="connsiteX0" fmla="*/ 0 w 5331656"/>
              <a:gd name="connsiteY0" fmla="*/ 6893169 h 6893169"/>
              <a:gd name="connsiteX1" fmla="*/ 0 w 5331656"/>
              <a:gd name="connsiteY1" fmla="*/ 0 h 6893169"/>
              <a:gd name="connsiteX2" fmla="*/ 5331656 w 5331656"/>
              <a:gd name="connsiteY2" fmla="*/ 28135 h 6893169"/>
              <a:gd name="connsiteX3" fmla="*/ 2447779 w 5331656"/>
              <a:gd name="connsiteY3" fmla="*/ 6893169 h 6893169"/>
              <a:gd name="connsiteX4" fmla="*/ 0 w 5331656"/>
              <a:gd name="connsiteY4" fmla="*/ 6893169 h 6893169"/>
              <a:gd name="connsiteX0" fmla="*/ 0 w 5331656"/>
              <a:gd name="connsiteY0" fmla="*/ 6874119 h 6874119"/>
              <a:gd name="connsiteX1" fmla="*/ 3333750 w 5331656"/>
              <a:gd name="connsiteY1" fmla="*/ 0 h 6874119"/>
              <a:gd name="connsiteX2" fmla="*/ 5331656 w 5331656"/>
              <a:gd name="connsiteY2" fmla="*/ 9085 h 6874119"/>
              <a:gd name="connsiteX3" fmla="*/ 2447779 w 5331656"/>
              <a:gd name="connsiteY3" fmla="*/ 6874119 h 6874119"/>
              <a:gd name="connsiteX4" fmla="*/ 0 w 5331656"/>
              <a:gd name="connsiteY4" fmla="*/ 6874119 h 6874119"/>
              <a:gd name="connsiteX0" fmla="*/ 0 w 5084006"/>
              <a:gd name="connsiteY0" fmla="*/ 6874119 h 6874119"/>
              <a:gd name="connsiteX1" fmla="*/ 3086100 w 5084006"/>
              <a:gd name="connsiteY1" fmla="*/ 0 h 6874119"/>
              <a:gd name="connsiteX2" fmla="*/ 5084006 w 5084006"/>
              <a:gd name="connsiteY2" fmla="*/ 9085 h 6874119"/>
              <a:gd name="connsiteX3" fmla="*/ 2200129 w 5084006"/>
              <a:gd name="connsiteY3" fmla="*/ 6874119 h 6874119"/>
              <a:gd name="connsiteX4" fmla="*/ 0 w 5084006"/>
              <a:gd name="connsiteY4" fmla="*/ 6874119 h 6874119"/>
              <a:gd name="connsiteX0" fmla="*/ 99552 w 5183558"/>
              <a:gd name="connsiteY0" fmla="*/ 6865034 h 6865034"/>
              <a:gd name="connsiteX1" fmla="*/ 0 w 5183558"/>
              <a:gd name="connsiteY1" fmla="*/ 20412 h 6865034"/>
              <a:gd name="connsiteX2" fmla="*/ 5183558 w 5183558"/>
              <a:gd name="connsiteY2" fmla="*/ 0 h 6865034"/>
              <a:gd name="connsiteX3" fmla="*/ 2299681 w 5183558"/>
              <a:gd name="connsiteY3" fmla="*/ 6865034 h 6865034"/>
              <a:gd name="connsiteX4" fmla="*/ 99552 w 5183558"/>
              <a:gd name="connsiteY4" fmla="*/ 6865034 h 6865034"/>
              <a:gd name="connsiteX0" fmla="*/ 99552 w 12269591"/>
              <a:gd name="connsiteY0" fmla="*/ 6865034 h 6924027"/>
              <a:gd name="connsiteX1" fmla="*/ 0 w 12269591"/>
              <a:gd name="connsiteY1" fmla="*/ 20412 h 6924027"/>
              <a:gd name="connsiteX2" fmla="*/ 5183558 w 12269591"/>
              <a:gd name="connsiteY2" fmla="*/ 0 h 6924027"/>
              <a:gd name="connsiteX3" fmla="*/ 12269591 w 12269591"/>
              <a:gd name="connsiteY3" fmla="*/ 6924027 h 6924027"/>
              <a:gd name="connsiteX4" fmla="*/ 99552 w 12269591"/>
              <a:gd name="connsiteY4" fmla="*/ 6865034 h 6924027"/>
              <a:gd name="connsiteX0" fmla="*/ 99552 w 12269591"/>
              <a:gd name="connsiteY0" fmla="*/ 6844622 h 6903615"/>
              <a:gd name="connsiteX1" fmla="*/ 0 w 12269591"/>
              <a:gd name="connsiteY1" fmla="*/ 0 h 6903615"/>
              <a:gd name="connsiteX2" fmla="*/ 12144797 w 12269591"/>
              <a:gd name="connsiteY2" fmla="*/ 9085 h 6903615"/>
              <a:gd name="connsiteX3" fmla="*/ 12269591 w 12269591"/>
              <a:gd name="connsiteY3" fmla="*/ 6903615 h 6903615"/>
              <a:gd name="connsiteX4" fmla="*/ 99552 w 12269591"/>
              <a:gd name="connsiteY4" fmla="*/ 6844622 h 6903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69591" h="6903615">
                <a:moveTo>
                  <a:pt x="99552" y="6844622"/>
                </a:moveTo>
                <a:lnTo>
                  <a:pt x="0" y="0"/>
                </a:lnTo>
                <a:lnTo>
                  <a:pt x="12144797" y="9085"/>
                </a:lnTo>
                <a:lnTo>
                  <a:pt x="12269591" y="6903615"/>
                </a:lnTo>
                <a:lnTo>
                  <a:pt x="99552" y="6844622"/>
                </a:lnTo>
                <a:close/>
              </a:path>
            </a:pathLst>
          </a:custGeom>
          <a:solidFill>
            <a:srgbClr val="00B0F0"/>
          </a:solidFill>
          <a:effectLst>
            <a:outerShdw blurRad="1270000" dist="50800" dir="5400000" sx="165000" sy="165000" algn="ctr" rotWithShape="0">
              <a:srgbClr val="000000">
                <a:alpha val="3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33133EC4-356A-9EB2-E7C7-8819F17F4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 t="6431" r="26283" b="8889"/>
          <a:stretch>
            <a:fillRect/>
          </a:stretch>
        </p:blipFill>
        <p:spPr>
          <a:xfrm>
            <a:off x="4113010" y="3249795"/>
            <a:ext cx="1174336" cy="139840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FC2861B-D6A8-2E96-7E45-242D60C04E79}"/>
              </a:ext>
            </a:extLst>
          </p:cNvPr>
          <p:cNvSpPr txBox="1"/>
          <p:nvPr/>
        </p:nvSpPr>
        <p:spPr>
          <a:xfrm>
            <a:off x="893505" y="2028616"/>
            <a:ext cx="420984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800" dirty="0" err="1">
                <a:latin typeface="Blacklisted" panose="02000500000000000000" pitchFamily="2" charset="0"/>
              </a:rPr>
              <a:t>Science</a:t>
            </a:r>
            <a:r>
              <a:rPr lang="pt-BR" sz="8800" dirty="0" err="1">
                <a:solidFill>
                  <a:srgbClr val="09123D"/>
                </a:solidFill>
                <a:latin typeface="Blacklisted" panose="02000500000000000000" pitchFamily="2" charset="0"/>
              </a:rPr>
              <a:t>Craft</a:t>
            </a:r>
            <a:endParaRPr lang="pt-BR" sz="8800" dirty="0">
              <a:solidFill>
                <a:srgbClr val="09123D"/>
              </a:solidFill>
              <a:latin typeface="Blacklisted" panose="02000500000000000000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77E3877-F39A-D3B7-C35F-EC70161EFFC6}"/>
              </a:ext>
            </a:extLst>
          </p:cNvPr>
          <p:cNvSpPr txBox="1"/>
          <p:nvPr/>
        </p:nvSpPr>
        <p:spPr>
          <a:xfrm>
            <a:off x="-3734972" y="6095591"/>
            <a:ext cx="281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angal Pro" panose="020B0502040204020203" pitchFamily="2" charset="0"/>
                <a:cs typeface="Mangal Pro" panose="020B0502040204020203" pitchFamily="2" charset="0"/>
              </a:rPr>
              <a:t>Por: kaio rodrigues</a:t>
            </a:r>
          </a:p>
        </p:txBody>
      </p:sp>
      <p:pic>
        <p:nvPicPr>
          <p:cNvPr id="5" name="Imagem 4" descr="Homem de uniforme e chapéu&#10;&#10;O conteúdo gerado por IA pode estar incorreto.">
            <a:extLst>
              <a:ext uri="{FF2B5EF4-FFF2-40B4-BE49-F238E27FC236}">
                <a16:creationId xmlns:a16="http://schemas.microsoft.com/office/drawing/2014/main" id="{8BD898D2-CBD1-CE89-526F-44766E404D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6"/>
          <a:stretch>
            <a:fillRect/>
          </a:stretch>
        </p:blipFill>
        <p:spPr>
          <a:xfrm>
            <a:off x="-8850961" y="3047999"/>
            <a:ext cx="4698061" cy="3810000"/>
          </a:xfrm>
          <a:prstGeom prst="rect">
            <a:avLst/>
          </a:prstGeom>
        </p:spPr>
      </p:pic>
      <p:pic>
        <p:nvPicPr>
          <p:cNvPr id="9" name="Imagem 8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A3D51797-B5AD-6B56-66A7-0D1494A0AE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9936">
            <a:off x="12801016" y="7176494"/>
            <a:ext cx="4558507" cy="3357127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BC5BB10-F021-65A4-577C-A0CF39BF85BB}"/>
              </a:ext>
            </a:extLst>
          </p:cNvPr>
          <p:cNvSpPr txBox="1"/>
          <p:nvPr/>
        </p:nvSpPr>
        <p:spPr>
          <a:xfrm>
            <a:off x="6794807" y="678724"/>
            <a:ext cx="4912152" cy="5601533"/>
          </a:xfrm>
          <a:prstGeom prst="rect">
            <a:avLst/>
          </a:prstGeom>
          <a:noFill/>
          <a:effectLst>
            <a:outerShdw blurRad="279400" dist="50800" dir="5400000" sx="41000" sy="41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2000" b="1" dirty="0" err="1">
                <a:latin typeface="Mangal Pro" panose="00000500000000000000" pitchFamily="2" charset="0"/>
                <a:cs typeface="Mangal Pro" panose="00000500000000000000" pitchFamily="2" charset="0"/>
              </a:rPr>
              <a:t>ScienceCraft</a:t>
            </a:r>
            <a:r>
              <a:rPr lang="pt-BR" sz="2000" dirty="0">
                <a:latin typeface="Mangal Pro" panose="00000500000000000000" pitchFamily="2" charset="0"/>
                <a:cs typeface="Mangal Pro" panose="00000500000000000000" pitchFamily="2" charset="0"/>
              </a:rPr>
              <a:t> surge como uma iniciativa inovadora cujo propósito é fortalecer a relação entre desenvolvedores, criadores de conteúdo e usuários, enfatizando a relevância da colaboração comunitária no desenvolvimento de soluções digitais. A plataforma é concebida como um ambiente que integra conhecimento técnico, participação social e evolução contínua, reunindo ferramentas voltadas para otimização de servidores, configuração de MODPACKS, hospedagem, boas práticas de desenvolvimento e suporte estruturado para novos criadores.</a:t>
            </a:r>
          </a:p>
          <a:p>
            <a:endParaRPr lang="pt-BR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23F13C2-DD1C-2777-D9F4-FAC83B0A244E}"/>
              </a:ext>
            </a:extLst>
          </p:cNvPr>
          <p:cNvSpPr/>
          <p:nvPr/>
        </p:nvSpPr>
        <p:spPr>
          <a:xfrm>
            <a:off x="6059369" y="241980"/>
            <a:ext cx="93781" cy="6451544"/>
          </a:xfrm>
          <a:prstGeom prst="rect">
            <a:avLst/>
          </a:prstGeom>
          <a:solidFill>
            <a:srgbClr val="09123D"/>
          </a:solidFill>
          <a:effectLst>
            <a:outerShdw blurRad="1270000" dist="50800" dir="54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57866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287F9F-8DDE-5FAC-E76D-142F5CAB4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F6F460DE-E508-E8A9-DAC8-C03B434240DB}"/>
              </a:ext>
            </a:extLst>
          </p:cNvPr>
          <p:cNvSpPr/>
          <p:nvPr/>
        </p:nvSpPr>
        <p:spPr>
          <a:xfrm>
            <a:off x="-1" y="-65075"/>
            <a:ext cx="12191999" cy="6903615"/>
          </a:xfrm>
          <a:prstGeom prst="rect">
            <a:avLst/>
          </a:prstGeom>
          <a:solidFill>
            <a:srgbClr val="09123D"/>
          </a:solidFill>
          <a:effectLst>
            <a:outerShdw blurRad="1270000" dist="50800" dir="54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50565913-9214-C661-E637-4E414B929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 t="6431" r="26283" b="8889"/>
          <a:stretch>
            <a:fillRect/>
          </a:stretch>
        </p:blipFill>
        <p:spPr>
          <a:xfrm>
            <a:off x="7040215" y="-30869"/>
            <a:ext cx="542768" cy="64633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B679425-FA3A-5F8A-5E87-AD7E0D1BF22F}"/>
              </a:ext>
            </a:extLst>
          </p:cNvPr>
          <p:cNvSpPr txBox="1"/>
          <p:nvPr/>
        </p:nvSpPr>
        <p:spPr>
          <a:xfrm>
            <a:off x="4006771" y="6272"/>
            <a:ext cx="303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err="1">
                <a:solidFill>
                  <a:schemeClr val="bg1">
                    <a:lumMod val="95000"/>
                  </a:schemeClr>
                </a:solidFill>
                <a:latin typeface="Blacklisted" panose="02000500000000000000" pitchFamily="2" charset="0"/>
              </a:rPr>
              <a:t>Science</a:t>
            </a:r>
            <a:r>
              <a:rPr lang="pt-BR" sz="36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Blacklisted" panose="02000500000000000000" pitchFamily="2" charset="0"/>
              </a:rPr>
              <a:t>Craft</a:t>
            </a:r>
            <a:endParaRPr lang="pt-BR" sz="3600" dirty="0">
              <a:solidFill>
                <a:schemeClr val="accent4">
                  <a:lumMod val="60000"/>
                  <a:lumOff val="40000"/>
                </a:schemeClr>
              </a:solidFill>
              <a:latin typeface="Blacklisted" panose="02000500000000000000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058B85D-9216-F9C1-8A8F-A6DF16215592}"/>
              </a:ext>
            </a:extLst>
          </p:cNvPr>
          <p:cNvSpPr txBox="1"/>
          <p:nvPr/>
        </p:nvSpPr>
        <p:spPr>
          <a:xfrm>
            <a:off x="-3734972" y="6095591"/>
            <a:ext cx="281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angal Pro" panose="020B0502040204020203" pitchFamily="2" charset="0"/>
                <a:cs typeface="Mangal Pro" panose="020B0502040204020203" pitchFamily="2" charset="0"/>
              </a:rPr>
              <a:t>Por: kaio rodrigues</a:t>
            </a:r>
          </a:p>
        </p:txBody>
      </p:sp>
      <p:pic>
        <p:nvPicPr>
          <p:cNvPr id="5" name="Imagem 4" descr="Homem de uniforme e chapéu&#10;&#10;O conteúdo gerado por IA pode estar incorreto.">
            <a:extLst>
              <a:ext uri="{FF2B5EF4-FFF2-40B4-BE49-F238E27FC236}">
                <a16:creationId xmlns:a16="http://schemas.microsoft.com/office/drawing/2014/main" id="{E3988FC1-CA2F-0155-54D6-173B1F8EB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6"/>
          <a:stretch>
            <a:fillRect/>
          </a:stretch>
        </p:blipFill>
        <p:spPr>
          <a:xfrm>
            <a:off x="-8850961" y="3047999"/>
            <a:ext cx="4698061" cy="3810000"/>
          </a:xfrm>
          <a:prstGeom prst="rect">
            <a:avLst/>
          </a:prstGeom>
        </p:spPr>
      </p:pic>
      <p:pic>
        <p:nvPicPr>
          <p:cNvPr id="9" name="Imagem 8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171B872E-23BC-BF6A-7DAA-FBC90C8863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9936">
            <a:off x="12801016" y="7176494"/>
            <a:ext cx="4558507" cy="3357127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ED42C932-D25A-1589-4D97-CCCF486CB2C3}"/>
              </a:ext>
            </a:extLst>
          </p:cNvPr>
          <p:cNvSpPr/>
          <p:nvPr/>
        </p:nvSpPr>
        <p:spPr>
          <a:xfrm>
            <a:off x="-1" y="742540"/>
            <a:ext cx="2437200" cy="6095999"/>
          </a:xfrm>
          <a:prstGeom prst="rect">
            <a:avLst/>
          </a:prstGeom>
          <a:solidFill>
            <a:srgbClr val="2D82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715FE99-3765-FA0D-65F1-A5FAA1215BD8}"/>
              </a:ext>
            </a:extLst>
          </p:cNvPr>
          <p:cNvSpPr/>
          <p:nvPr/>
        </p:nvSpPr>
        <p:spPr>
          <a:xfrm>
            <a:off x="2434201" y="762000"/>
            <a:ext cx="2440198" cy="6095999"/>
          </a:xfrm>
          <a:prstGeom prst="rect">
            <a:avLst/>
          </a:prstGeom>
          <a:solidFill>
            <a:srgbClr val="45F0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endParaRPr lang="pt-BR" sz="2400" dirty="0">
              <a:solidFill>
                <a:schemeClr val="tx1"/>
              </a:solidFill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0B24A9E-9282-0A60-383A-3DD9E6D12FF1}"/>
              </a:ext>
            </a:extLst>
          </p:cNvPr>
          <p:cNvSpPr/>
          <p:nvPr/>
        </p:nvSpPr>
        <p:spPr>
          <a:xfrm>
            <a:off x="4877400" y="762000"/>
            <a:ext cx="2437200" cy="6095999"/>
          </a:xfrm>
          <a:prstGeom prst="rect">
            <a:avLst/>
          </a:prstGeom>
          <a:solidFill>
            <a:srgbClr val="0912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7C6E904-28FA-B14D-841A-5EB4253C8E7C}"/>
              </a:ext>
            </a:extLst>
          </p:cNvPr>
          <p:cNvSpPr/>
          <p:nvPr/>
        </p:nvSpPr>
        <p:spPr>
          <a:xfrm>
            <a:off x="7311599" y="742540"/>
            <a:ext cx="2437200" cy="6095999"/>
          </a:xfrm>
          <a:prstGeom prst="rect">
            <a:avLst/>
          </a:prstGeom>
          <a:solidFill>
            <a:srgbClr val="273E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6662D50-05AA-5664-EDBA-D1CD96D1D966}"/>
              </a:ext>
            </a:extLst>
          </p:cNvPr>
          <p:cNvSpPr/>
          <p:nvPr/>
        </p:nvSpPr>
        <p:spPr>
          <a:xfrm>
            <a:off x="9756299" y="784808"/>
            <a:ext cx="2437200" cy="6095999"/>
          </a:xfrm>
          <a:prstGeom prst="rect">
            <a:avLst/>
          </a:prstGeom>
          <a:solidFill>
            <a:srgbClr val="058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1297C72-50F9-3CE3-0904-E71662001910}"/>
              </a:ext>
            </a:extLst>
          </p:cNvPr>
          <p:cNvSpPr txBox="1"/>
          <p:nvPr/>
        </p:nvSpPr>
        <p:spPr>
          <a:xfrm>
            <a:off x="682694" y="983224"/>
            <a:ext cx="1034450" cy="5699165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3200" dirty="0">
                <a:latin typeface="Mangal Pro" panose="00000500000000000000" pitchFamily="2" charset="0"/>
                <a:cs typeface="Mangal Pro" panose="00000500000000000000" pitchFamily="2" charset="0"/>
              </a:rPr>
              <a:t>QUANDO</a:t>
            </a:r>
            <a:endParaRPr lang="pt-BR" sz="48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6095B92-8F9A-B3AB-DE87-06579309BD73}"/>
              </a:ext>
            </a:extLst>
          </p:cNvPr>
          <p:cNvSpPr txBox="1"/>
          <p:nvPr/>
        </p:nvSpPr>
        <p:spPr>
          <a:xfrm>
            <a:off x="3030860" y="765348"/>
            <a:ext cx="1246880" cy="6073191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4000" dirty="0">
                <a:latin typeface="Mangal Pro" panose="00000500000000000000" pitchFamily="2" charset="0"/>
                <a:cs typeface="Mangal Pro" panose="00000500000000000000" pitchFamily="2" charset="0"/>
              </a:rPr>
              <a:t>SOBRE</a:t>
            </a:r>
            <a:endParaRPr lang="pt-BR" sz="48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0C5AA8E-8B2A-DAE3-9C55-2528E9A07B04}"/>
              </a:ext>
            </a:extLst>
          </p:cNvPr>
          <p:cNvSpPr txBox="1"/>
          <p:nvPr/>
        </p:nvSpPr>
        <p:spPr>
          <a:xfrm>
            <a:off x="5648144" y="672063"/>
            <a:ext cx="915187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ECEBFF"/>
                </a:solidFill>
              </a:rPr>
              <a:t>QUANDO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B2EEF16-A204-7072-52D0-FCF9538EBB9A}"/>
              </a:ext>
            </a:extLst>
          </p:cNvPr>
          <p:cNvSpPr txBox="1"/>
          <p:nvPr/>
        </p:nvSpPr>
        <p:spPr>
          <a:xfrm>
            <a:off x="8182187" y="733244"/>
            <a:ext cx="696024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ECEBFF"/>
                </a:solidFill>
              </a:rPr>
              <a:t>DIFICULDADE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1786A4C-B8B8-9CE0-2DC6-1F5428214BFA}"/>
              </a:ext>
            </a:extLst>
          </p:cNvPr>
          <p:cNvSpPr txBox="1"/>
          <p:nvPr/>
        </p:nvSpPr>
        <p:spPr>
          <a:xfrm>
            <a:off x="10522544" y="743411"/>
            <a:ext cx="915187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ECEBFF"/>
                </a:solidFill>
              </a:rPr>
              <a:t>GRATIDÃO</a:t>
            </a:r>
          </a:p>
        </p:txBody>
      </p:sp>
    </p:spTree>
    <p:extLst>
      <p:ext uri="{BB962C8B-B14F-4D97-AF65-F5344CB8AC3E}">
        <p14:creationId xmlns:p14="http://schemas.microsoft.com/office/powerpoint/2010/main" val="5056566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E982D-521A-D485-5729-4EEA7E5B7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400514DD-2CCD-3C44-B169-69B1F01FF032}"/>
              </a:ext>
            </a:extLst>
          </p:cNvPr>
          <p:cNvSpPr/>
          <p:nvPr/>
        </p:nvSpPr>
        <p:spPr>
          <a:xfrm>
            <a:off x="-1" y="-65075"/>
            <a:ext cx="12191999" cy="6903615"/>
          </a:xfrm>
          <a:prstGeom prst="rect">
            <a:avLst/>
          </a:prstGeom>
          <a:solidFill>
            <a:srgbClr val="09123D"/>
          </a:solidFill>
          <a:effectLst>
            <a:outerShdw blurRad="1270000" dist="50800" dir="54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5C168332-3E45-10BE-135C-E219E6968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 t="6431" r="26283" b="8889"/>
          <a:stretch>
            <a:fillRect/>
          </a:stretch>
        </p:blipFill>
        <p:spPr>
          <a:xfrm>
            <a:off x="7040215" y="-30869"/>
            <a:ext cx="542768" cy="64633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5C70727-5CE6-4CAC-45BB-12420F550D83}"/>
              </a:ext>
            </a:extLst>
          </p:cNvPr>
          <p:cNvSpPr txBox="1"/>
          <p:nvPr/>
        </p:nvSpPr>
        <p:spPr>
          <a:xfrm>
            <a:off x="4006771" y="6272"/>
            <a:ext cx="303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err="1">
                <a:solidFill>
                  <a:schemeClr val="bg1">
                    <a:lumMod val="95000"/>
                  </a:schemeClr>
                </a:solidFill>
                <a:latin typeface="Blacklisted" panose="02000500000000000000" pitchFamily="2" charset="0"/>
              </a:rPr>
              <a:t>Science</a:t>
            </a:r>
            <a:r>
              <a:rPr lang="pt-BR" sz="36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Blacklisted" panose="02000500000000000000" pitchFamily="2" charset="0"/>
              </a:rPr>
              <a:t>Craft</a:t>
            </a:r>
            <a:endParaRPr lang="pt-BR" sz="3600" dirty="0">
              <a:solidFill>
                <a:schemeClr val="accent4">
                  <a:lumMod val="60000"/>
                  <a:lumOff val="40000"/>
                </a:schemeClr>
              </a:solidFill>
              <a:latin typeface="Blacklisted" panose="02000500000000000000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132FC54-3368-87FE-B201-07F0483B251A}"/>
              </a:ext>
            </a:extLst>
          </p:cNvPr>
          <p:cNvSpPr txBox="1"/>
          <p:nvPr/>
        </p:nvSpPr>
        <p:spPr>
          <a:xfrm>
            <a:off x="-3734972" y="6095591"/>
            <a:ext cx="281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angal Pro" panose="020B0502040204020203" pitchFamily="2" charset="0"/>
                <a:cs typeface="Mangal Pro" panose="020B0502040204020203" pitchFamily="2" charset="0"/>
              </a:rPr>
              <a:t>Por: kaio rodrigues</a:t>
            </a:r>
          </a:p>
        </p:txBody>
      </p:sp>
      <p:pic>
        <p:nvPicPr>
          <p:cNvPr id="5" name="Imagem 4" descr="Homem de uniforme e chapéu&#10;&#10;O conteúdo gerado por IA pode estar incorreto.">
            <a:extLst>
              <a:ext uri="{FF2B5EF4-FFF2-40B4-BE49-F238E27FC236}">
                <a16:creationId xmlns:a16="http://schemas.microsoft.com/office/drawing/2014/main" id="{F86854CD-2DF7-C6E7-E14C-FE8FF5614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6"/>
          <a:stretch>
            <a:fillRect/>
          </a:stretch>
        </p:blipFill>
        <p:spPr>
          <a:xfrm>
            <a:off x="-8850961" y="3047999"/>
            <a:ext cx="4698061" cy="3810000"/>
          </a:xfrm>
          <a:prstGeom prst="rect">
            <a:avLst/>
          </a:prstGeom>
        </p:spPr>
      </p:pic>
      <p:pic>
        <p:nvPicPr>
          <p:cNvPr id="9" name="Imagem 8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8DD03158-0A48-AE58-F750-3998180B27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9936">
            <a:off x="12801016" y="7176494"/>
            <a:ext cx="4558507" cy="3357127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76960CCF-CDA0-726C-FE40-0BCADCA3246A}"/>
              </a:ext>
            </a:extLst>
          </p:cNvPr>
          <p:cNvSpPr/>
          <p:nvPr/>
        </p:nvSpPr>
        <p:spPr>
          <a:xfrm>
            <a:off x="-2" y="742540"/>
            <a:ext cx="9330063" cy="6095999"/>
          </a:xfrm>
          <a:prstGeom prst="rect">
            <a:avLst/>
          </a:prstGeom>
          <a:solidFill>
            <a:srgbClr val="2D82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EC41514-3E93-1170-D537-8FE7FC68909C}"/>
              </a:ext>
            </a:extLst>
          </p:cNvPr>
          <p:cNvSpPr/>
          <p:nvPr/>
        </p:nvSpPr>
        <p:spPr>
          <a:xfrm>
            <a:off x="9316731" y="761999"/>
            <a:ext cx="623712" cy="6095999"/>
          </a:xfrm>
          <a:prstGeom prst="rect">
            <a:avLst/>
          </a:prstGeom>
          <a:solidFill>
            <a:srgbClr val="45F0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endParaRPr lang="pt-BR" sz="2400" dirty="0">
              <a:solidFill>
                <a:schemeClr val="tx1"/>
              </a:solidFill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80FDC30-1413-2F1E-D0D5-745B6BAE8929}"/>
              </a:ext>
            </a:extLst>
          </p:cNvPr>
          <p:cNvSpPr/>
          <p:nvPr/>
        </p:nvSpPr>
        <p:spPr>
          <a:xfrm>
            <a:off x="10014255" y="784806"/>
            <a:ext cx="797526" cy="6095999"/>
          </a:xfrm>
          <a:prstGeom prst="rect">
            <a:avLst/>
          </a:prstGeom>
          <a:solidFill>
            <a:srgbClr val="0912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A5D48A7-6923-44D4-4FA5-9866F40CB32C}"/>
              </a:ext>
            </a:extLst>
          </p:cNvPr>
          <p:cNvSpPr/>
          <p:nvPr/>
        </p:nvSpPr>
        <p:spPr>
          <a:xfrm>
            <a:off x="10822110" y="761999"/>
            <a:ext cx="684193" cy="6095999"/>
          </a:xfrm>
          <a:prstGeom prst="rect">
            <a:avLst/>
          </a:prstGeom>
          <a:solidFill>
            <a:srgbClr val="273E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64F6571-23E1-8236-32D5-68E1DE0A8AC4}"/>
              </a:ext>
            </a:extLst>
          </p:cNvPr>
          <p:cNvSpPr/>
          <p:nvPr/>
        </p:nvSpPr>
        <p:spPr>
          <a:xfrm>
            <a:off x="11509305" y="784808"/>
            <a:ext cx="684193" cy="6095999"/>
          </a:xfrm>
          <a:prstGeom prst="rect">
            <a:avLst/>
          </a:prstGeom>
          <a:solidFill>
            <a:srgbClr val="058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C3D721F-AE39-17DE-BA6B-477D648C31F9}"/>
              </a:ext>
            </a:extLst>
          </p:cNvPr>
          <p:cNvSpPr txBox="1"/>
          <p:nvPr/>
        </p:nvSpPr>
        <p:spPr>
          <a:xfrm>
            <a:off x="166970" y="960415"/>
            <a:ext cx="1034450" cy="5699165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3200" dirty="0">
                <a:latin typeface="Mangal Pro" panose="00000500000000000000" pitchFamily="2" charset="0"/>
                <a:cs typeface="Mangal Pro" panose="00000500000000000000" pitchFamily="2" charset="0"/>
              </a:rPr>
              <a:t>QUANDO</a:t>
            </a:r>
            <a:endParaRPr lang="pt-BR" sz="48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03F4192-8A8E-D5B9-46AA-0B44DC14EF4D}"/>
              </a:ext>
            </a:extLst>
          </p:cNvPr>
          <p:cNvSpPr txBox="1"/>
          <p:nvPr/>
        </p:nvSpPr>
        <p:spPr>
          <a:xfrm>
            <a:off x="9035472" y="796209"/>
            <a:ext cx="1246880" cy="6073191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4000" dirty="0">
                <a:latin typeface="Mangal Pro" panose="00000500000000000000" pitchFamily="2" charset="0"/>
                <a:cs typeface="Mangal Pro" panose="00000500000000000000" pitchFamily="2" charset="0"/>
              </a:rPr>
              <a:t>SOBRE</a:t>
            </a:r>
            <a:endParaRPr lang="pt-BR" sz="48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A7794A8-BD03-D4D9-FA2D-E642CF4F8C61}"/>
              </a:ext>
            </a:extLst>
          </p:cNvPr>
          <p:cNvSpPr txBox="1"/>
          <p:nvPr/>
        </p:nvSpPr>
        <p:spPr>
          <a:xfrm>
            <a:off x="9938862" y="651910"/>
            <a:ext cx="915187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ECEBFF"/>
                </a:solidFill>
              </a:rPr>
              <a:t>QUANDO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663907C-AC92-5A6A-89AB-B527E5109094}"/>
              </a:ext>
            </a:extLst>
          </p:cNvPr>
          <p:cNvSpPr txBox="1"/>
          <p:nvPr/>
        </p:nvSpPr>
        <p:spPr>
          <a:xfrm>
            <a:off x="10811781" y="701148"/>
            <a:ext cx="696024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ECEBFF"/>
                </a:solidFill>
              </a:rPr>
              <a:t>DIFICULDADE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0AE45A3-20E9-6B6F-D64D-CC7C588DB4EC}"/>
              </a:ext>
            </a:extLst>
          </p:cNvPr>
          <p:cNvSpPr txBox="1"/>
          <p:nvPr/>
        </p:nvSpPr>
        <p:spPr>
          <a:xfrm>
            <a:off x="11393807" y="723957"/>
            <a:ext cx="915187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ECEBFF"/>
                </a:solidFill>
              </a:rPr>
              <a:t>GRATIDÃO</a:t>
            </a:r>
          </a:p>
        </p:txBody>
      </p:sp>
      <p:pic>
        <p:nvPicPr>
          <p:cNvPr id="20" name="Imagem 19" descr="Uma imagem contendo pessoa, ao ar livre, água, jovem&#10;&#10;O conteúdo gerado por IA pode estar incorreto.">
            <a:extLst>
              <a:ext uri="{FF2B5EF4-FFF2-40B4-BE49-F238E27FC236}">
                <a16:creationId xmlns:a16="http://schemas.microsoft.com/office/drawing/2014/main" id="{DB0A6E5F-8F30-7F72-84A5-0760E0128C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5" t="31251" r="22851"/>
          <a:stretch>
            <a:fillRect/>
          </a:stretch>
        </p:blipFill>
        <p:spPr>
          <a:xfrm>
            <a:off x="2601729" y="1150363"/>
            <a:ext cx="4487232" cy="48571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97971A75-8A90-60DF-C186-21B06591344E}"/>
              </a:ext>
            </a:extLst>
          </p:cNvPr>
          <p:cNvSpPr txBox="1"/>
          <p:nvPr/>
        </p:nvSpPr>
        <p:spPr>
          <a:xfrm>
            <a:off x="4608485" y="6137794"/>
            <a:ext cx="1459374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BR" sz="2400" dirty="0">
                <a:latin typeface="Mangal Pro" panose="00000500000000000000" pitchFamily="2" charset="0"/>
                <a:cs typeface="Mangal Pro" panose="00000500000000000000" pitchFamily="2" charset="0"/>
              </a:rPr>
              <a:t>Foto de 2015</a:t>
            </a:r>
          </a:p>
        </p:txBody>
      </p:sp>
    </p:spTree>
    <p:extLst>
      <p:ext uri="{BB962C8B-B14F-4D97-AF65-F5344CB8AC3E}">
        <p14:creationId xmlns:p14="http://schemas.microsoft.com/office/powerpoint/2010/main" val="1843863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F5BEB1-43D0-10FC-ADB3-CF9F8CB74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319313C9-11F0-A704-A17C-017123F1EC04}"/>
              </a:ext>
            </a:extLst>
          </p:cNvPr>
          <p:cNvSpPr/>
          <p:nvPr/>
        </p:nvSpPr>
        <p:spPr>
          <a:xfrm>
            <a:off x="-1" y="-65075"/>
            <a:ext cx="12191999" cy="6903615"/>
          </a:xfrm>
          <a:prstGeom prst="rect">
            <a:avLst/>
          </a:prstGeom>
          <a:solidFill>
            <a:srgbClr val="09123D"/>
          </a:solidFill>
          <a:effectLst>
            <a:outerShdw blurRad="1270000" dist="50800" dir="54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E7698467-C299-7C4D-4340-2DB3AC4AB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 t="6431" r="26283" b="8889"/>
          <a:stretch>
            <a:fillRect/>
          </a:stretch>
        </p:blipFill>
        <p:spPr>
          <a:xfrm>
            <a:off x="7040215" y="-30869"/>
            <a:ext cx="542768" cy="64633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0CA78AD-C0FC-FDB6-D661-286863373EC3}"/>
              </a:ext>
            </a:extLst>
          </p:cNvPr>
          <p:cNvSpPr txBox="1"/>
          <p:nvPr/>
        </p:nvSpPr>
        <p:spPr>
          <a:xfrm>
            <a:off x="4006771" y="6272"/>
            <a:ext cx="303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err="1">
                <a:solidFill>
                  <a:schemeClr val="bg1">
                    <a:lumMod val="95000"/>
                  </a:schemeClr>
                </a:solidFill>
                <a:latin typeface="Blacklisted" panose="02000500000000000000" pitchFamily="2" charset="0"/>
              </a:rPr>
              <a:t>Science</a:t>
            </a:r>
            <a:r>
              <a:rPr lang="pt-BR" sz="36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Blacklisted" panose="02000500000000000000" pitchFamily="2" charset="0"/>
              </a:rPr>
              <a:t>Craft</a:t>
            </a:r>
            <a:endParaRPr lang="pt-BR" sz="3600" dirty="0">
              <a:solidFill>
                <a:schemeClr val="accent4">
                  <a:lumMod val="60000"/>
                  <a:lumOff val="40000"/>
                </a:schemeClr>
              </a:solidFill>
              <a:latin typeface="Blacklisted" panose="02000500000000000000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F466E62-6217-260B-A594-24D25076DEF0}"/>
              </a:ext>
            </a:extLst>
          </p:cNvPr>
          <p:cNvSpPr txBox="1"/>
          <p:nvPr/>
        </p:nvSpPr>
        <p:spPr>
          <a:xfrm>
            <a:off x="-3734972" y="6095591"/>
            <a:ext cx="281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angal Pro" panose="020B0502040204020203" pitchFamily="2" charset="0"/>
                <a:cs typeface="Mangal Pro" panose="020B0502040204020203" pitchFamily="2" charset="0"/>
              </a:rPr>
              <a:t>Por: kaio rodrigues</a:t>
            </a:r>
          </a:p>
        </p:txBody>
      </p:sp>
      <p:pic>
        <p:nvPicPr>
          <p:cNvPr id="5" name="Imagem 4" descr="Homem de uniforme e chapéu&#10;&#10;O conteúdo gerado por IA pode estar incorreto.">
            <a:extLst>
              <a:ext uri="{FF2B5EF4-FFF2-40B4-BE49-F238E27FC236}">
                <a16:creationId xmlns:a16="http://schemas.microsoft.com/office/drawing/2014/main" id="{F2420B77-0494-DC8D-9673-5CBECFBE9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6"/>
          <a:stretch>
            <a:fillRect/>
          </a:stretch>
        </p:blipFill>
        <p:spPr>
          <a:xfrm>
            <a:off x="-8850961" y="3047999"/>
            <a:ext cx="4698061" cy="3810000"/>
          </a:xfrm>
          <a:prstGeom prst="rect">
            <a:avLst/>
          </a:prstGeom>
        </p:spPr>
      </p:pic>
      <p:pic>
        <p:nvPicPr>
          <p:cNvPr id="9" name="Imagem 8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7942E2C7-23B5-76DA-EB7B-F192522B64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9936">
            <a:off x="12801016" y="7176494"/>
            <a:ext cx="4558507" cy="3357127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7B747A57-8CC1-CF4F-B505-A9E0560EA7F7}"/>
              </a:ext>
            </a:extLst>
          </p:cNvPr>
          <p:cNvSpPr/>
          <p:nvPr/>
        </p:nvSpPr>
        <p:spPr>
          <a:xfrm>
            <a:off x="-1" y="742540"/>
            <a:ext cx="684196" cy="6095999"/>
          </a:xfrm>
          <a:prstGeom prst="rect">
            <a:avLst/>
          </a:prstGeom>
          <a:solidFill>
            <a:srgbClr val="2D82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98AF223-5669-756E-07C5-1D0BE6102B60}"/>
              </a:ext>
            </a:extLst>
          </p:cNvPr>
          <p:cNvSpPr/>
          <p:nvPr/>
        </p:nvSpPr>
        <p:spPr>
          <a:xfrm>
            <a:off x="694524" y="761999"/>
            <a:ext cx="9245919" cy="6095999"/>
          </a:xfrm>
          <a:prstGeom prst="rect">
            <a:avLst/>
          </a:prstGeom>
          <a:solidFill>
            <a:srgbClr val="45F0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endParaRPr lang="pt-BR" sz="2400" dirty="0">
              <a:solidFill>
                <a:schemeClr val="tx1"/>
              </a:solidFill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CCE2A79-AE33-C794-B0DA-D6FB1AED0736}"/>
              </a:ext>
            </a:extLst>
          </p:cNvPr>
          <p:cNvSpPr/>
          <p:nvPr/>
        </p:nvSpPr>
        <p:spPr>
          <a:xfrm>
            <a:off x="10014255" y="784806"/>
            <a:ext cx="797526" cy="6095999"/>
          </a:xfrm>
          <a:prstGeom prst="rect">
            <a:avLst/>
          </a:prstGeom>
          <a:solidFill>
            <a:srgbClr val="0912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F32A231-8183-7D86-E682-A019E92C78BC}"/>
              </a:ext>
            </a:extLst>
          </p:cNvPr>
          <p:cNvSpPr/>
          <p:nvPr/>
        </p:nvSpPr>
        <p:spPr>
          <a:xfrm>
            <a:off x="10822110" y="761999"/>
            <a:ext cx="684193" cy="6095999"/>
          </a:xfrm>
          <a:prstGeom prst="rect">
            <a:avLst/>
          </a:prstGeom>
          <a:solidFill>
            <a:srgbClr val="273E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24E34DE-CB05-A535-1B4F-E2B781775D9C}"/>
              </a:ext>
            </a:extLst>
          </p:cNvPr>
          <p:cNvSpPr/>
          <p:nvPr/>
        </p:nvSpPr>
        <p:spPr>
          <a:xfrm>
            <a:off x="11509305" y="784808"/>
            <a:ext cx="684193" cy="6095999"/>
          </a:xfrm>
          <a:prstGeom prst="rect">
            <a:avLst/>
          </a:prstGeom>
          <a:solidFill>
            <a:srgbClr val="058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4A0B7CD-22FB-B13C-2A95-88BD3436ACC8}"/>
              </a:ext>
            </a:extLst>
          </p:cNvPr>
          <p:cNvSpPr txBox="1"/>
          <p:nvPr/>
        </p:nvSpPr>
        <p:spPr>
          <a:xfrm>
            <a:off x="-158288" y="940956"/>
            <a:ext cx="1034450" cy="5699165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3200" dirty="0">
                <a:latin typeface="Mangal Pro" panose="00000500000000000000" pitchFamily="2" charset="0"/>
                <a:cs typeface="Mangal Pro" panose="00000500000000000000" pitchFamily="2" charset="0"/>
              </a:rPr>
              <a:t>QUANDO</a:t>
            </a:r>
            <a:endParaRPr lang="pt-BR" sz="48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7BD09DC-43B3-719C-C268-54EC9C40B28E}"/>
              </a:ext>
            </a:extLst>
          </p:cNvPr>
          <p:cNvSpPr txBox="1"/>
          <p:nvPr/>
        </p:nvSpPr>
        <p:spPr>
          <a:xfrm>
            <a:off x="8860721" y="784275"/>
            <a:ext cx="1246880" cy="6073191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4000" dirty="0">
                <a:latin typeface="Mangal Pro" panose="00000500000000000000" pitchFamily="2" charset="0"/>
                <a:cs typeface="Mangal Pro" panose="00000500000000000000" pitchFamily="2" charset="0"/>
              </a:rPr>
              <a:t>SOBRE</a:t>
            </a:r>
            <a:endParaRPr lang="pt-BR" sz="48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2439225-A618-7C8E-834A-49AA336C1DF3}"/>
              </a:ext>
            </a:extLst>
          </p:cNvPr>
          <p:cNvSpPr txBox="1"/>
          <p:nvPr/>
        </p:nvSpPr>
        <p:spPr>
          <a:xfrm>
            <a:off x="9938862" y="651910"/>
            <a:ext cx="915187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ECEBFF"/>
                </a:solidFill>
              </a:rPr>
              <a:t>QUANDO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D042FC2-5F3F-20DC-2A13-18D2F7B0398F}"/>
              </a:ext>
            </a:extLst>
          </p:cNvPr>
          <p:cNvSpPr txBox="1"/>
          <p:nvPr/>
        </p:nvSpPr>
        <p:spPr>
          <a:xfrm>
            <a:off x="10811781" y="701148"/>
            <a:ext cx="696024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ECEBFF"/>
                </a:solidFill>
              </a:rPr>
              <a:t>DIFICULDADE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371C62F-82DE-00CF-518C-AE16ADFF34A3}"/>
              </a:ext>
            </a:extLst>
          </p:cNvPr>
          <p:cNvSpPr txBox="1"/>
          <p:nvPr/>
        </p:nvSpPr>
        <p:spPr>
          <a:xfrm>
            <a:off x="11393807" y="723957"/>
            <a:ext cx="915187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ECEBFF"/>
                </a:solidFill>
              </a:rPr>
              <a:t>GRATIDÃO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6F88CF-F444-0040-C9A5-936BE5069ED1}"/>
              </a:ext>
            </a:extLst>
          </p:cNvPr>
          <p:cNvSpPr txBox="1"/>
          <p:nvPr/>
        </p:nvSpPr>
        <p:spPr>
          <a:xfrm>
            <a:off x="1435231" y="2737008"/>
            <a:ext cx="493827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Mangal Pro" panose="00000500000000000000" pitchFamily="2" charset="0"/>
                <a:cs typeface="Mangal Pro" panose="00000500000000000000" pitchFamily="2" charset="0"/>
              </a:rPr>
              <a:t>Meus Valores: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latin typeface="Mangal Pro" panose="00000500000000000000" pitchFamily="2" charset="0"/>
                <a:cs typeface="Mangal Pro" panose="00000500000000000000" pitchFamily="2" charset="0"/>
              </a:rPr>
              <a:t>Resiliência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latin typeface="Mangal Pro" panose="00000500000000000000" pitchFamily="2" charset="0"/>
                <a:cs typeface="Mangal Pro" panose="00000500000000000000" pitchFamily="2" charset="0"/>
              </a:rPr>
              <a:t>Fidelidade aos meus vieses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latin typeface="Mangal Pro" panose="00000500000000000000" pitchFamily="2" charset="0"/>
                <a:cs typeface="Mangal Pro" panose="00000500000000000000" pitchFamily="2" charset="0"/>
              </a:rPr>
              <a:t>Principal </a:t>
            </a:r>
            <a:r>
              <a:rPr lang="pt-BR" sz="2400" dirty="0" err="1">
                <a:latin typeface="Mangal Pro" panose="00000500000000000000" pitchFamily="2" charset="0"/>
                <a:cs typeface="Mangal Pro" panose="00000500000000000000" pitchFamily="2" charset="0"/>
              </a:rPr>
              <a:t>hobbie</a:t>
            </a:r>
            <a:endParaRPr lang="pt-BR" sz="2400" dirty="0">
              <a:latin typeface="Mangal Pro" panose="00000500000000000000" pitchFamily="2" charset="0"/>
              <a:cs typeface="Mangal Pro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latin typeface="Mangal Pro" panose="00000500000000000000" pitchFamily="2" charset="0"/>
                <a:cs typeface="Mangal Pro" panose="00000500000000000000" pitchFamily="2" charset="0"/>
              </a:rPr>
              <a:t>Maior esforço</a:t>
            </a:r>
            <a:br>
              <a:rPr lang="pt-BR" dirty="0">
                <a:latin typeface="Mangal Pro" panose="00000500000000000000" pitchFamily="2" charset="0"/>
                <a:cs typeface="Mangal Pro" panose="00000500000000000000" pitchFamily="2" charset="0"/>
              </a:rPr>
            </a:br>
            <a:endParaRPr lang="pt-BR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7579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084300-836C-F590-72C4-B43B66E01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0CFB6D1F-D4FF-B57E-DE87-A5A0B1737ADA}"/>
              </a:ext>
            </a:extLst>
          </p:cNvPr>
          <p:cNvSpPr/>
          <p:nvPr/>
        </p:nvSpPr>
        <p:spPr>
          <a:xfrm>
            <a:off x="-1" y="-65075"/>
            <a:ext cx="12191999" cy="6903615"/>
          </a:xfrm>
          <a:prstGeom prst="rect">
            <a:avLst/>
          </a:prstGeom>
          <a:solidFill>
            <a:srgbClr val="09123D"/>
          </a:solidFill>
          <a:effectLst>
            <a:outerShdw blurRad="1270000" dist="50800" dir="54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F9F12BF2-E6A2-A94C-FC12-0A3FB8835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 t="6431" r="26283" b="8889"/>
          <a:stretch>
            <a:fillRect/>
          </a:stretch>
        </p:blipFill>
        <p:spPr>
          <a:xfrm>
            <a:off x="7040215" y="-30869"/>
            <a:ext cx="542768" cy="64633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D6694D3-BD06-DF83-10EA-079A67236095}"/>
              </a:ext>
            </a:extLst>
          </p:cNvPr>
          <p:cNvSpPr txBox="1"/>
          <p:nvPr/>
        </p:nvSpPr>
        <p:spPr>
          <a:xfrm>
            <a:off x="4006771" y="6272"/>
            <a:ext cx="303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err="1">
                <a:solidFill>
                  <a:schemeClr val="bg1">
                    <a:lumMod val="95000"/>
                  </a:schemeClr>
                </a:solidFill>
                <a:latin typeface="Blacklisted" panose="02000500000000000000" pitchFamily="2" charset="0"/>
              </a:rPr>
              <a:t>Science</a:t>
            </a:r>
            <a:r>
              <a:rPr lang="pt-BR" sz="36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Blacklisted" panose="02000500000000000000" pitchFamily="2" charset="0"/>
              </a:rPr>
              <a:t>Craft</a:t>
            </a:r>
            <a:endParaRPr lang="pt-BR" sz="3600" dirty="0">
              <a:solidFill>
                <a:schemeClr val="accent4">
                  <a:lumMod val="60000"/>
                  <a:lumOff val="40000"/>
                </a:schemeClr>
              </a:solidFill>
              <a:latin typeface="Blacklisted" panose="02000500000000000000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673CA18-749F-5883-7597-343F175A89EE}"/>
              </a:ext>
            </a:extLst>
          </p:cNvPr>
          <p:cNvSpPr txBox="1"/>
          <p:nvPr/>
        </p:nvSpPr>
        <p:spPr>
          <a:xfrm>
            <a:off x="-3734972" y="6095591"/>
            <a:ext cx="281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angal Pro" panose="020B0502040204020203" pitchFamily="2" charset="0"/>
                <a:cs typeface="Mangal Pro" panose="020B0502040204020203" pitchFamily="2" charset="0"/>
              </a:rPr>
              <a:t>Por: kaio rodrigues</a:t>
            </a:r>
          </a:p>
        </p:txBody>
      </p:sp>
      <p:pic>
        <p:nvPicPr>
          <p:cNvPr id="5" name="Imagem 4" descr="Homem de uniforme e chapéu&#10;&#10;O conteúdo gerado por IA pode estar incorreto.">
            <a:extLst>
              <a:ext uri="{FF2B5EF4-FFF2-40B4-BE49-F238E27FC236}">
                <a16:creationId xmlns:a16="http://schemas.microsoft.com/office/drawing/2014/main" id="{2382C262-F39E-4836-4A8B-BFFFFBFE0E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6"/>
          <a:stretch>
            <a:fillRect/>
          </a:stretch>
        </p:blipFill>
        <p:spPr>
          <a:xfrm>
            <a:off x="-8850961" y="3047999"/>
            <a:ext cx="4698061" cy="3810000"/>
          </a:xfrm>
          <a:prstGeom prst="rect">
            <a:avLst/>
          </a:prstGeom>
        </p:spPr>
      </p:pic>
      <p:pic>
        <p:nvPicPr>
          <p:cNvPr id="9" name="Imagem 8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D487F4E9-5627-123A-B18B-DB131B1FC5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9936">
            <a:off x="12801016" y="7176494"/>
            <a:ext cx="4558507" cy="3357127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9EE3207E-B550-718E-939C-683638A136FB}"/>
              </a:ext>
            </a:extLst>
          </p:cNvPr>
          <p:cNvSpPr/>
          <p:nvPr/>
        </p:nvSpPr>
        <p:spPr>
          <a:xfrm>
            <a:off x="-1" y="742540"/>
            <a:ext cx="684196" cy="6095999"/>
          </a:xfrm>
          <a:prstGeom prst="rect">
            <a:avLst/>
          </a:prstGeom>
          <a:solidFill>
            <a:srgbClr val="2D82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4F77C8F-6947-79EF-8455-A94289C382C2}"/>
              </a:ext>
            </a:extLst>
          </p:cNvPr>
          <p:cNvSpPr/>
          <p:nvPr/>
        </p:nvSpPr>
        <p:spPr>
          <a:xfrm>
            <a:off x="694524" y="761999"/>
            <a:ext cx="684197" cy="6095999"/>
          </a:xfrm>
          <a:prstGeom prst="rect">
            <a:avLst/>
          </a:prstGeom>
          <a:solidFill>
            <a:srgbClr val="45F0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endParaRPr lang="pt-BR" sz="2400" dirty="0">
              <a:solidFill>
                <a:schemeClr val="tx1"/>
              </a:solidFill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3B6A4E6-1EF4-C003-16A2-516EB5A14F1F}"/>
              </a:ext>
            </a:extLst>
          </p:cNvPr>
          <p:cNvSpPr/>
          <p:nvPr/>
        </p:nvSpPr>
        <p:spPr>
          <a:xfrm>
            <a:off x="1378721" y="784806"/>
            <a:ext cx="9433060" cy="6095999"/>
          </a:xfrm>
          <a:prstGeom prst="rect">
            <a:avLst/>
          </a:prstGeom>
          <a:solidFill>
            <a:srgbClr val="0912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DBEBE7A-D313-6642-8DBB-128D0E3C9122}"/>
              </a:ext>
            </a:extLst>
          </p:cNvPr>
          <p:cNvSpPr/>
          <p:nvPr/>
        </p:nvSpPr>
        <p:spPr>
          <a:xfrm>
            <a:off x="10822110" y="761999"/>
            <a:ext cx="684193" cy="6095999"/>
          </a:xfrm>
          <a:prstGeom prst="rect">
            <a:avLst/>
          </a:prstGeom>
          <a:solidFill>
            <a:srgbClr val="273E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438DB1F-5195-3966-4A50-AAF0F2407E6A}"/>
              </a:ext>
            </a:extLst>
          </p:cNvPr>
          <p:cNvSpPr/>
          <p:nvPr/>
        </p:nvSpPr>
        <p:spPr>
          <a:xfrm>
            <a:off x="11509305" y="784808"/>
            <a:ext cx="684193" cy="6095999"/>
          </a:xfrm>
          <a:prstGeom prst="rect">
            <a:avLst/>
          </a:prstGeom>
          <a:solidFill>
            <a:srgbClr val="058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88F09DE-6AC0-4297-8DA0-13BBA2E82706}"/>
              </a:ext>
            </a:extLst>
          </p:cNvPr>
          <p:cNvSpPr txBox="1"/>
          <p:nvPr/>
        </p:nvSpPr>
        <p:spPr>
          <a:xfrm>
            <a:off x="-158288" y="940956"/>
            <a:ext cx="1034450" cy="5699165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3200" dirty="0">
                <a:latin typeface="Mangal Pro" panose="00000500000000000000" pitchFamily="2" charset="0"/>
                <a:cs typeface="Mangal Pro" panose="00000500000000000000" pitchFamily="2" charset="0"/>
              </a:rPr>
              <a:t>QUANDO</a:t>
            </a:r>
            <a:endParaRPr lang="pt-BR" sz="48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72B5694-E684-DA44-F832-7F9540CFC35C}"/>
              </a:ext>
            </a:extLst>
          </p:cNvPr>
          <p:cNvSpPr txBox="1"/>
          <p:nvPr/>
        </p:nvSpPr>
        <p:spPr>
          <a:xfrm>
            <a:off x="426808" y="796209"/>
            <a:ext cx="1246880" cy="6073191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4000" dirty="0">
                <a:latin typeface="Mangal Pro" panose="00000500000000000000" pitchFamily="2" charset="0"/>
                <a:cs typeface="Mangal Pro" panose="00000500000000000000" pitchFamily="2" charset="0"/>
              </a:rPr>
              <a:t>SOBRE</a:t>
            </a:r>
            <a:endParaRPr lang="pt-BR" sz="48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6DFE1A9-53D2-CF46-3CD8-7CD9A0CED627}"/>
              </a:ext>
            </a:extLst>
          </p:cNvPr>
          <p:cNvSpPr txBox="1"/>
          <p:nvPr/>
        </p:nvSpPr>
        <p:spPr>
          <a:xfrm>
            <a:off x="9969766" y="745083"/>
            <a:ext cx="842218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3600" dirty="0">
                <a:solidFill>
                  <a:srgbClr val="ECEBFF"/>
                </a:solidFill>
              </a:rPr>
              <a:t>Superação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1F53DF-07D9-D822-B954-10BB4D5D9D40}"/>
              </a:ext>
            </a:extLst>
          </p:cNvPr>
          <p:cNvSpPr txBox="1"/>
          <p:nvPr/>
        </p:nvSpPr>
        <p:spPr>
          <a:xfrm>
            <a:off x="10811781" y="701148"/>
            <a:ext cx="696024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ECEBFF"/>
                </a:solidFill>
              </a:rPr>
              <a:t>DIFICULDADE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1BDF710-B257-4F7C-D7F4-4C481F9DCE9F}"/>
              </a:ext>
            </a:extLst>
          </p:cNvPr>
          <p:cNvSpPr txBox="1"/>
          <p:nvPr/>
        </p:nvSpPr>
        <p:spPr>
          <a:xfrm>
            <a:off x="11393807" y="723957"/>
            <a:ext cx="915187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ECEBFF"/>
                </a:solidFill>
              </a:rPr>
              <a:t>GRATIDÃO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B8766EF-E270-7B3B-F044-AC7056EE88BE}"/>
              </a:ext>
            </a:extLst>
          </p:cNvPr>
          <p:cNvSpPr txBox="1"/>
          <p:nvPr/>
        </p:nvSpPr>
        <p:spPr>
          <a:xfrm>
            <a:off x="3715045" y="2650446"/>
            <a:ext cx="493827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Superação:</a:t>
            </a:r>
          </a:p>
          <a:p>
            <a:r>
              <a:rPr lang="pt-BR" sz="2400" dirty="0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“Todas as vezes em que me convenço de somente por estar aprendendo oque gosto...Estou no caminho certo.”</a:t>
            </a:r>
            <a:br>
              <a:rPr lang="pt-BR" dirty="0">
                <a:latin typeface="Mangal Pro" panose="00000500000000000000" pitchFamily="2" charset="0"/>
                <a:cs typeface="Mangal Pro" panose="00000500000000000000" pitchFamily="2" charset="0"/>
              </a:rPr>
            </a:br>
            <a:endParaRPr lang="pt-BR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1064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8FDA24-28B5-1896-912D-3A5B754A8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AEABDC90-7C26-9E3D-6D99-5EB12D0ABDBA}"/>
              </a:ext>
            </a:extLst>
          </p:cNvPr>
          <p:cNvSpPr/>
          <p:nvPr/>
        </p:nvSpPr>
        <p:spPr>
          <a:xfrm>
            <a:off x="-1" y="-65075"/>
            <a:ext cx="12191999" cy="6903615"/>
          </a:xfrm>
          <a:prstGeom prst="rect">
            <a:avLst/>
          </a:prstGeom>
          <a:solidFill>
            <a:srgbClr val="09123D"/>
          </a:solidFill>
          <a:effectLst>
            <a:outerShdw blurRad="1270000" dist="50800" dir="54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FA988F88-314C-7176-C80A-4FC479865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 t="6431" r="26283" b="8889"/>
          <a:stretch>
            <a:fillRect/>
          </a:stretch>
        </p:blipFill>
        <p:spPr>
          <a:xfrm>
            <a:off x="7040215" y="-30869"/>
            <a:ext cx="542768" cy="64633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E157391-B290-969E-6F76-87E596C55CD5}"/>
              </a:ext>
            </a:extLst>
          </p:cNvPr>
          <p:cNvSpPr txBox="1"/>
          <p:nvPr/>
        </p:nvSpPr>
        <p:spPr>
          <a:xfrm>
            <a:off x="4006771" y="6272"/>
            <a:ext cx="303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err="1">
                <a:solidFill>
                  <a:schemeClr val="bg1">
                    <a:lumMod val="95000"/>
                  </a:schemeClr>
                </a:solidFill>
                <a:latin typeface="Blacklisted" panose="02000500000000000000" pitchFamily="2" charset="0"/>
              </a:rPr>
              <a:t>Science</a:t>
            </a:r>
            <a:r>
              <a:rPr lang="pt-BR" sz="36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Blacklisted" panose="02000500000000000000" pitchFamily="2" charset="0"/>
              </a:rPr>
              <a:t>Craft</a:t>
            </a:r>
            <a:endParaRPr lang="pt-BR" sz="3600" dirty="0">
              <a:solidFill>
                <a:schemeClr val="accent4">
                  <a:lumMod val="60000"/>
                  <a:lumOff val="40000"/>
                </a:schemeClr>
              </a:solidFill>
              <a:latin typeface="Blacklisted" panose="02000500000000000000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C9D80E1-14BE-751F-FC2E-CE2108DBA479}"/>
              </a:ext>
            </a:extLst>
          </p:cNvPr>
          <p:cNvSpPr txBox="1"/>
          <p:nvPr/>
        </p:nvSpPr>
        <p:spPr>
          <a:xfrm>
            <a:off x="-3734972" y="6095591"/>
            <a:ext cx="281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angal Pro" panose="020B0502040204020203" pitchFamily="2" charset="0"/>
                <a:cs typeface="Mangal Pro" panose="020B0502040204020203" pitchFamily="2" charset="0"/>
              </a:rPr>
              <a:t>Por: kaio rodrigues</a:t>
            </a:r>
          </a:p>
        </p:txBody>
      </p:sp>
      <p:pic>
        <p:nvPicPr>
          <p:cNvPr id="5" name="Imagem 4" descr="Homem de uniforme e chapéu&#10;&#10;O conteúdo gerado por IA pode estar incorreto.">
            <a:extLst>
              <a:ext uri="{FF2B5EF4-FFF2-40B4-BE49-F238E27FC236}">
                <a16:creationId xmlns:a16="http://schemas.microsoft.com/office/drawing/2014/main" id="{F64AC844-C5E5-2269-5B8E-BAD2F31CC7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6"/>
          <a:stretch>
            <a:fillRect/>
          </a:stretch>
        </p:blipFill>
        <p:spPr>
          <a:xfrm>
            <a:off x="-8850961" y="3047999"/>
            <a:ext cx="4698061" cy="3810000"/>
          </a:xfrm>
          <a:prstGeom prst="rect">
            <a:avLst/>
          </a:prstGeom>
        </p:spPr>
      </p:pic>
      <p:pic>
        <p:nvPicPr>
          <p:cNvPr id="9" name="Imagem 8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FE871BA9-1E92-2C1C-7C65-CC8561AADE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9936">
            <a:off x="12801016" y="7176494"/>
            <a:ext cx="4558507" cy="3357127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362E2BD9-7A03-74D9-E144-267AD0D4D869}"/>
              </a:ext>
            </a:extLst>
          </p:cNvPr>
          <p:cNvSpPr/>
          <p:nvPr/>
        </p:nvSpPr>
        <p:spPr>
          <a:xfrm>
            <a:off x="-1" y="742540"/>
            <a:ext cx="684196" cy="6095999"/>
          </a:xfrm>
          <a:prstGeom prst="rect">
            <a:avLst/>
          </a:prstGeom>
          <a:solidFill>
            <a:srgbClr val="2D82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115EF1B-5616-750C-202B-29EBD52EFD3E}"/>
              </a:ext>
            </a:extLst>
          </p:cNvPr>
          <p:cNvSpPr/>
          <p:nvPr/>
        </p:nvSpPr>
        <p:spPr>
          <a:xfrm>
            <a:off x="694524" y="761999"/>
            <a:ext cx="684197" cy="6095999"/>
          </a:xfrm>
          <a:prstGeom prst="rect">
            <a:avLst/>
          </a:prstGeom>
          <a:solidFill>
            <a:srgbClr val="45F0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endParaRPr lang="pt-BR" sz="2400" dirty="0">
              <a:solidFill>
                <a:schemeClr val="tx1"/>
              </a:solidFill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9195A25-1907-8A14-EE9D-D44E17B5F407}"/>
              </a:ext>
            </a:extLst>
          </p:cNvPr>
          <p:cNvSpPr/>
          <p:nvPr/>
        </p:nvSpPr>
        <p:spPr>
          <a:xfrm>
            <a:off x="1378721" y="784806"/>
            <a:ext cx="671383" cy="6095999"/>
          </a:xfrm>
          <a:prstGeom prst="rect">
            <a:avLst/>
          </a:prstGeom>
          <a:solidFill>
            <a:srgbClr val="0912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2042C63-CBB3-2376-E241-CACD494B79B8}"/>
              </a:ext>
            </a:extLst>
          </p:cNvPr>
          <p:cNvSpPr/>
          <p:nvPr/>
        </p:nvSpPr>
        <p:spPr>
          <a:xfrm>
            <a:off x="2050104" y="761999"/>
            <a:ext cx="9456199" cy="6095999"/>
          </a:xfrm>
          <a:prstGeom prst="rect">
            <a:avLst/>
          </a:prstGeom>
          <a:solidFill>
            <a:srgbClr val="273E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26F6FC1-766C-B641-5985-9EF573981661}"/>
              </a:ext>
            </a:extLst>
          </p:cNvPr>
          <p:cNvSpPr/>
          <p:nvPr/>
        </p:nvSpPr>
        <p:spPr>
          <a:xfrm>
            <a:off x="11509305" y="784808"/>
            <a:ext cx="684193" cy="6095999"/>
          </a:xfrm>
          <a:prstGeom prst="rect">
            <a:avLst/>
          </a:prstGeom>
          <a:solidFill>
            <a:srgbClr val="058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125C21B-EE02-2AF4-6080-D02052788348}"/>
              </a:ext>
            </a:extLst>
          </p:cNvPr>
          <p:cNvSpPr txBox="1"/>
          <p:nvPr/>
        </p:nvSpPr>
        <p:spPr>
          <a:xfrm>
            <a:off x="-158288" y="940956"/>
            <a:ext cx="1034450" cy="5699165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3200" dirty="0">
                <a:latin typeface="Mangal Pro" panose="00000500000000000000" pitchFamily="2" charset="0"/>
                <a:cs typeface="Mangal Pro" panose="00000500000000000000" pitchFamily="2" charset="0"/>
              </a:rPr>
              <a:t>QUANDO</a:t>
            </a:r>
            <a:endParaRPr lang="pt-BR" sz="48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B282F80-1F21-1222-203B-5FBFDA81C59D}"/>
              </a:ext>
            </a:extLst>
          </p:cNvPr>
          <p:cNvSpPr txBox="1"/>
          <p:nvPr/>
        </p:nvSpPr>
        <p:spPr>
          <a:xfrm>
            <a:off x="426808" y="796209"/>
            <a:ext cx="1246880" cy="6073191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4000" dirty="0">
                <a:latin typeface="Mangal Pro" panose="00000500000000000000" pitchFamily="2" charset="0"/>
                <a:cs typeface="Mangal Pro" panose="00000500000000000000" pitchFamily="2" charset="0"/>
              </a:rPr>
              <a:t>SOBRE</a:t>
            </a:r>
            <a:endParaRPr lang="pt-BR" sz="48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BBC6B07-9AE0-E9D8-FA06-7AC2198F9299}"/>
              </a:ext>
            </a:extLst>
          </p:cNvPr>
          <p:cNvSpPr txBox="1"/>
          <p:nvPr/>
        </p:nvSpPr>
        <p:spPr>
          <a:xfrm>
            <a:off x="1252579" y="612923"/>
            <a:ext cx="842218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3600" dirty="0">
                <a:solidFill>
                  <a:srgbClr val="ECEBFF"/>
                </a:solidFill>
              </a:rPr>
              <a:t>Superação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CE02D40-1E55-FB87-577C-60EC64939EED}"/>
              </a:ext>
            </a:extLst>
          </p:cNvPr>
          <p:cNvSpPr txBox="1"/>
          <p:nvPr/>
        </p:nvSpPr>
        <p:spPr>
          <a:xfrm>
            <a:off x="10811781" y="701148"/>
            <a:ext cx="696024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ECEBFF"/>
                </a:solidFill>
              </a:rPr>
              <a:t>DIFICULDADE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3E67326-2111-C7EA-47E8-C70368F97F95}"/>
              </a:ext>
            </a:extLst>
          </p:cNvPr>
          <p:cNvSpPr txBox="1"/>
          <p:nvPr/>
        </p:nvSpPr>
        <p:spPr>
          <a:xfrm>
            <a:off x="11393807" y="723957"/>
            <a:ext cx="915187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ECEBFF"/>
                </a:solidFill>
              </a:rPr>
              <a:t>GRATIDÃO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E2E6A2B-7B3F-C8C9-4D31-EDAF8B494E4D}"/>
              </a:ext>
            </a:extLst>
          </p:cNvPr>
          <p:cNvSpPr txBox="1"/>
          <p:nvPr/>
        </p:nvSpPr>
        <p:spPr>
          <a:xfrm>
            <a:off x="3733866" y="2796147"/>
            <a:ext cx="493827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Dificuldades: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Lidar com a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Tempo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Entregáveis das matérias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Ter uma boa noite de sono</a:t>
            </a:r>
            <a:br>
              <a:rPr lang="pt-BR" dirty="0">
                <a:latin typeface="Mangal Pro" panose="00000500000000000000" pitchFamily="2" charset="0"/>
                <a:cs typeface="Mangal Pro" panose="00000500000000000000" pitchFamily="2" charset="0"/>
              </a:rPr>
            </a:br>
            <a:endParaRPr lang="pt-BR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879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46AA88-44DF-1E22-F580-47582770E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66F8C497-E4DC-BC3B-5183-EA20559DD40C}"/>
              </a:ext>
            </a:extLst>
          </p:cNvPr>
          <p:cNvSpPr/>
          <p:nvPr/>
        </p:nvSpPr>
        <p:spPr>
          <a:xfrm>
            <a:off x="-1" y="-65075"/>
            <a:ext cx="12191999" cy="6903615"/>
          </a:xfrm>
          <a:prstGeom prst="rect">
            <a:avLst/>
          </a:prstGeom>
          <a:solidFill>
            <a:srgbClr val="09123D"/>
          </a:solidFill>
          <a:ln>
            <a:noFill/>
          </a:ln>
          <a:effectLst>
            <a:outerShdw blurRad="1270000" dist="50800" dir="54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8FB30BAC-0585-7E29-6D14-6E215AC7C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 t="6431" r="26283" b="8889"/>
          <a:stretch>
            <a:fillRect/>
          </a:stretch>
        </p:blipFill>
        <p:spPr>
          <a:xfrm>
            <a:off x="7040215" y="-30869"/>
            <a:ext cx="542768" cy="64633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5E74C36-CB6B-935A-FA7E-E27DA92E98FD}"/>
              </a:ext>
            </a:extLst>
          </p:cNvPr>
          <p:cNvSpPr txBox="1"/>
          <p:nvPr/>
        </p:nvSpPr>
        <p:spPr>
          <a:xfrm>
            <a:off x="4006771" y="6272"/>
            <a:ext cx="303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err="1">
                <a:solidFill>
                  <a:schemeClr val="bg1">
                    <a:lumMod val="95000"/>
                  </a:schemeClr>
                </a:solidFill>
                <a:latin typeface="Blacklisted" panose="02000500000000000000" pitchFamily="2" charset="0"/>
              </a:rPr>
              <a:t>Science</a:t>
            </a:r>
            <a:r>
              <a:rPr lang="pt-BR" sz="36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Blacklisted" panose="02000500000000000000" pitchFamily="2" charset="0"/>
              </a:rPr>
              <a:t>Craft</a:t>
            </a:r>
            <a:endParaRPr lang="pt-BR" sz="3600" dirty="0">
              <a:solidFill>
                <a:schemeClr val="accent4">
                  <a:lumMod val="60000"/>
                  <a:lumOff val="40000"/>
                </a:schemeClr>
              </a:solidFill>
              <a:latin typeface="Blacklisted" panose="02000500000000000000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E034261-75B0-17D4-B71A-B5E95295B608}"/>
              </a:ext>
            </a:extLst>
          </p:cNvPr>
          <p:cNvSpPr txBox="1"/>
          <p:nvPr/>
        </p:nvSpPr>
        <p:spPr>
          <a:xfrm>
            <a:off x="-3734972" y="6095591"/>
            <a:ext cx="281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angal Pro" panose="020B0502040204020203" pitchFamily="2" charset="0"/>
                <a:cs typeface="Mangal Pro" panose="020B0502040204020203" pitchFamily="2" charset="0"/>
              </a:rPr>
              <a:t>Por: kaio rodrigues</a:t>
            </a:r>
          </a:p>
        </p:txBody>
      </p:sp>
      <p:pic>
        <p:nvPicPr>
          <p:cNvPr id="5" name="Imagem 4" descr="Homem de uniforme e chapéu&#10;&#10;O conteúdo gerado por IA pode estar incorreto.">
            <a:extLst>
              <a:ext uri="{FF2B5EF4-FFF2-40B4-BE49-F238E27FC236}">
                <a16:creationId xmlns:a16="http://schemas.microsoft.com/office/drawing/2014/main" id="{F6E0FABF-6C78-0F64-E4F8-4E1FDF58D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6"/>
          <a:stretch>
            <a:fillRect/>
          </a:stretch>
        </p:blipFill>
        <p:spPr>
          <a:xfrm>
            <a:off x="-8850961" y="3047999"/>
            <a:ext cx="4698061" cy="3810000"/>
          </a:xfrm>
          <a:prstGeom prst="rect">
            <a:avLst/>
          </a:prstGeom>
        </p:spPr>
      </p:pic>
      <p:pic>
        <p:nvPicPr>
          <p:cNvPr id="9" name="Imagem 8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D395886F-1F92-D037-35AC-50CDBE889F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9936">
            <a:off x="12801016" y="7176494"/>
            <a:ext cx="4558507" cy="3357127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364FD3AC-3C92-94D5-579B-F2327C021D50}"/>
              </a:ext>
            </a:extLst>
          </p:cNvPr>
          <p:cNvSpPr/>
          <p:nvPr/>
        </p:nvSpPr>
        <p:spPr>
          <a:xfrm>
            <a:off x="-1" y="761998"/>
            <a:ext cx="684196" cy="6128099"/>
          </a:xfrm>
          <a:prstGeom prst="rect">
            <a:avLst/>
          </a:prstGeom>
          <a:solidFill>
            <a:srgbClr val="2D82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602E64A-3980-DCB2-921E-E87354E0D34F}"/>
              </a:ext>
            </a:extLst>
          </p:cNvPr>
          <p:cNvSpPr/>
          <p:nvPr/>
        </p:nvSpPr>
        <p:spPr>
          <a:xfrm>
            <a:off x="694524" y="761999"/>
            <a:ext cx="684197" cy="6128098"/>
          </a:xfrm>
          <a:prstGeom prst="rect">
            <a:avLst/>
          </a:prstGeom>
          <a:solidFill>
            <a:srgbClr val="45F0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endParaRPr lang="pt-BR" sz="2400" dirty="0">
              <a:solidFill>
                <a:schemeClr val="tx1"/>
              </a:solidFill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DC6EFDA-D907-F54A-6744-7F4C85A4C725}"/>
              </a:ext>
            </a:extLst>
          </p:cNvPr>
          <p:cNvSpPr/>
          <p:nvPr/>
        </p:nvSpPr>
        <p:spPr>
          <a:xfrm>
            <a:off x="1378721" y="784806"/>
            <a:ext cx="671383" cy="6095999"/>
          </a:xfrm>
          <a:prstGeom prst="rect">
            <a:avLst/>
          </a:prstGeom>
          <a:solidFill>
            <a:srgbClr val="0912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C9597BA-3266-0117-C08E-052CA8D279C4}"/>
              </a:ext>
            </a:extLst>
          </p:cNvPr>
          <p:cNvSpPr/>
          <p:nvPr/>
        </p:nvSpPr>
        <p:spPr>
          <a:xfrm>
            <a:off x="2050104" y="761999"/>
            <a:ext cx="613077" cy="6095999"/>
          </a:xfrm>
          <a:prstGeom prst="rect">
            <a:avLst/>
          </a:prstGeom>
          <a:solidFill>
            <a:srgbClr val="273E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B99F8A3-9795-E210-0E96-18AED186532E}"/>
              </a:ext>
            </a:extLst>
          </p:cNvPr>
          <p:cNvSpPr/>
          <p:nvPr/>
        </p:nvSpPr>
        <p:spPr>
          <a:xfrm>
            <a:off x="2663181" y="784808"/>
            <a:ext cx="9530317" cy="6095999"/>
          </a:xfrm>
          <a:prstGeom prst="rect">
            <a:avLst/>
          </a:prstGeom>
          <a:solidFill>
            <a:srgbClr val="058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67B15D6-AE5A-3FDD-F0AA-2207960BA406}"/>
              </a:ext>
            </a:extLst>
          </p:cNvPr>
          <p:cNvSpPr txBox="1"/>
          <p:nvPr/>
        </p:nvSpPr>
        <p:spPr>
          <a:xfrm>
            <a:off x="-158288" y="940956"/>
            <a:ext cx="1034450" cy="5699165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3200" dirty="0">
                <a:latin typeface="Mangal Pro" panose="00000500000000000000" pitchFamily="2" charset="0"/>
                <a:cs typeface="Mangal Pro" panose="00000500000000000000" pitchFamily="2" charset="0"/>
              </a:rPr>
              <a:t>QUANDO</a:t>
            </a:r>
            <a:endParaRPr lang="pt-BR" sz="48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E8CA883-2E18-BB23-859C-E670CE29F663}"/>
              </a:ext>
            </a:extLst>
          </p:cNvPr>
          <p:cNvSpPr txBox="1"/>
          <p:nvPr/>
        </p:nvSpPr>
        <p:spPr>
          <a:xfrm>
            <a:off x="426808" y="796209"/>
            <a:ext cx="1246880" cy="6093887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4000" dirty="0">
                <a:latin typeface="Mangal Pro" panose="00000500000000000000" pitchFamily="2" charset="0"/>
                <a:cs typeface="Mangal Pro" panose="00000500000000000000" pitchFamily="2" charset="0"/>
              </a:rPr>
              <a:t>SOBRE</a:t>
            </a:r>
            <a:endParaRPr lang="pt-BR" sz="4800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B9667B8-CBB1-C97A-E568-F349EFA3C9F6}"/>
              </a:ext>
            </a:extLst>
          </p:cNvPr>
          <p:cNvSpPr txBox="1"/>
          <p:nvPr/>
        </p:nvSpPr>
        <p:spPr>
          <a:xfrm>
            <a:off x="1252579" y="612923"/>
            <a:ext cx="842218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3600" dirty="0">
                <a:solidFill>
                  <a:srgbClr val="ECEBFF"/>
                </a:solidFill>
              </a:rPr>
              <a:t>Superação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D4B3D99-AED4-BB4E-FCF3-C62060C632D4}"/>
              </a:ext>
            </a:extLst>
          </p:cNvPr>
          <p:cNvSpPr txBox="1"/>
          <p:nvPr/>
        </p:nvSpPr>
        <p:spPr>
          <a:xfrm>
            <a:off x="1941404" y="634055"/>
            <a:ext cx="696024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ECEBFF"/>
                </a:solidFill>
              </a:rPr>
              <a:t>DIFICULDADE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28C18DE-BA75-0E08-D3B9-D43016AFD9B5}"/>
              </a:ext>
            </a:extLst>
          </p:cNvPr>
          <p:cNvSpPr txBox="1"/>
          <p:nvPr/>
        </p:nvSpPr>
        <p:spPr>
          <a:xfrm>
            <a:off x="11276811" y="775509"/>
            <a:ext cx="915187" cy="6114589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ECEBFF"/>
                </a:solidFill>
              </a:rPr>
              <a:t>GRATIDÃO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298444-0323-512A-3B1C-0B0AA7DBAF17}"/>
              </a:ext>
            </a:extLst>
          </p:cNvPr>
          <p:cNvSpPr txBox="1"/>
          <p:nvPr/>
        </p:nvSpPr>
        <p:spPr>
          <a:xfrm>
            <a:off x="4033396" y="3047999"/>
            <a:ext cx="60106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Turma 1CCOK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Minha família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Monitores(Lucas, Fernando, </a:t>
            </a:r>
            <a:r>
              <a:rPr lang="pt-BR" sz="2400" dirty="0" err="1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Kaori</a:t>
            </a:r>
            <a:r>
              <a:rPr lang="pt-BR" sz="2400" dirty="0">
                <a:solidFill>
                  <a:schemeClr val="bg1"/>
                </a:solidFill>
                <a:latin typeface="Mangal Pro" panose="00000500000000000000" pitchFamily="2" charset="0"/>
                <a:cs typeface="Mangal Pro" panose="00000500000000000000" pitchFamily="2" charset="0"/>
              </a:rPr>
              <a:t>)</a:t>
            </a:r>
          </a:p>
          <a:p>
            <a:br>
              <a:rPr lang="pt-BR" dirty="0">
                <a:latin typeface="Mangal Pro" panose="00000500000000000000" pitchFamily="2" charset="0"/>
                <a:cs typeface="Mangal Pro" panose="00000500000000000000" pitchFamily="2" charset="0"/>
              </a:rPr>
            </a:br>
            <a:endParaRPr lang="pt-BR" dirty="0"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8732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C3C55-F2DF-C403-E844-D87B44CCA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24F1DA24-3F7C-D673-3FC4-385005039AC8}"/>
              </a:ext>
            </a:extLst>
          </p:cNvPr>
          <p:cNvSpPr/>
          <p:nvPr/>
        </p:nvSpPr>
        <p:spPr>
          <a:xfrm>
            <a:off x="-1" y="-65075"/>
            <a:ext cx="12191999" cy="6903615"/>
          </a:xfrm>
          <a:prstGeom prst="rect">
            <a:avLst/>
          </a:prstGeom>
          <a:solidFill>
            <a:srgbClr val="09123D"/>
          </a:solidFill>
          <a:ln>
            <a:noFill/>
          </a:ln>
          <a:effectLst>
            <a:outerShdw blurRad="1270000" dist="50800" dir="54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607A176B-FFBC-35CA-91D1-C07F0D8D2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8" t="6431" r="26283" b="8889"/>
          <a:stretch>
            <a:fillRect/>
          </a:stretch>
        </p:blipFill>
        <p:spPr>
          <a:xfrm>
            <a:off x="5920753" y="2862716"/>
            <a:ext cx="1558103" cy="185539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BC12DDD-D92C-9743-361F-48489A7F5FE8}"/>
              </a:ext>
            </a:extLst>
          </p:cNvPr>
          <p:cNvSpPr txBox="1"/>
          <p:nvPr/>
        </p:nvSpPr>
        <p:spPr>
          <a:xfrm>
            <a:off x="3053572" y="1893837"/>
            <a:ext cx="33994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dirty="0" err="1">
                <a:solidFill>
                  <a:schemeClr val="bg1">
                    <a:lumMod val="95000"/>
                  </a:schemeClr>
                </a:solidFill>
                <a:latin typeface="Blacklisted" panose="02000500000000000000" pitchFamily="2" charset="0"/>
              </a:rPr>
              <a:t>Science</a:t>
            </a:r>
            <a:r>
              <a:rPr lang="pt-BR" sz="72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Blacklisted" panose="02000500000000000000" pitchFamily="2" charset="0"/>
              </a:rPr>
              <a:t>Craft</a:t>
            </a:r>
            <a:endParaRPr lang="pt-BR" sz="7200" dirty="0">
              <a:solidFill>
                <a:schemeClr val="accent4">
                  <a:lumMod val="60000"/>
                  <a:lumOff val="40000"/>
                </a:schemeClr>
              </a:solidFill>
              <a:latin typeface="Blacklisted" panose="02000500000000000000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1BD040-04AA-23FD-81C5-6DA9F17E804F}"/>
              </a:ext>
            </a:extLst>
          </p:cNvPr>
          <p:cNvSpPr txBox="1"/>
          <p:nvPr/>
        </p:nvSpPr>
        <p:spPr>
          <a:xfrm>
            <a:off x="4894678" y="6469208"/>
            <a:ext cx="281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Mangal Pro" panose="020B0502040204020203" pitchFamily="2" charset="0"/>
                <a:cs typeface="Mangal Pro" panose="020B0502040204020203" pitchFamily="2" charset="0"/>
              </a:rPr>
              <a:t>Por: kaio rodrigues</a:t>
            </a:r>
          </a:p>
        </p:txBody>
      </p:sp>
      <p:pic>
        <p:nvPicPr>
          <p:cNvPr id="5" name="Imagem 4" descr="Homem de uniforme e chapéu&#10;&#10;O conteúdo gerado por IA pode estar incorreto.">
            <a:extLst>
              <a:ext uri="{FF2B5EF4-FFF2-40B4-BE49-F238E27FC236}">
                <a16:creationId xmlns:a16="http://schemas.microsoft.com/office/drawing/2014/main" id="{66440EB4-A0DD-4E9D-520D-40C4C0AB8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46"/>
          <a:stretch>
            <a:fillRect/>
          </a:stretch>
        </p:blipFill>
        <p:spPr>
          <a:xfrm>
            <a:off x="-8850961" y="3047999"/>
            <a:ext cx="4698061" cy="3810000"/>
          </a:xfrm>
          <a:prstGeom prst="rect">
            <a:avLst/>
          </a:prstGeom>
        </p:spPr>
      </p:pic>
      <p:pic>
        <p:nvPicPr>
          <p:cNvPr id="9" name="Imagem 8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8087AA31-4D37-D2B2-668D-78B9EF5579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89936">
            <a:off x="12801016" y="7176494"/>
            <a:ext cx="4558507" cy="3357127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41E3C8CD-2455-6BEE-82A3-3BCE4BFDF179}"/>
              </a:ext>
            </a:extLst>
          </p:cNvPr>
          <p:cNvSpPr/>
          <p:nvPr/>
        </p:nvSpPr>
        <p:spPr>
          <a:xfrm>
            <a:off x="-1" y="9461847"/>
            <a:ext cx="684196" cy="6128099"/>
          </a:xfrm>
          <a:prstGeom prst="rect">
            <a:avLst/>
          </a:prstGeom>
          <a:solidFill>
            <a:srgbClr val="2D82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F2D3441-E4EC-1825-4084-7D1A3B489281}"/>
              </a:ext>
            </a:extLst>
          </p:cNvPr>
          <p:cNvSpPr/>
          <p:nvPr/>
        </p:nvSpPr>
        <p:spPr>
          <a:xfrm>
            <a:off x="726517" y="9475362"/>
            <a:ext cx="684197" cy="6128098"/>
          </a:xfrm>
          <a:prstGeom prst="rect">
            <a:avLst/>
          </a:prstGeom>
          <a:solidFill>
            <a:srgbClr val="45F0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endParaRPr lang="pt-BR" sz="2400" dirty="0">
              <a:solidFill>
                <a:schemeClr val="tx1"/>
              </a:solidFill>
              <a:latin typeface="Mangal Pro" panose="00000500000000000000" pitchFamily="2" charset="0"/>
              <a:cs typeface="Mangal Pro" panose="00000500000000000000" pitchFamily="2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2455CFB-F69A-6348-B4F9-1661989E41EF}"/>
              </a:ext>
            </a:extLst>
          </p:cNvPr>
          <p:cNvSpPr/>
          <p:nvPr/>
        </p:nvSpPr>
        <p:spPr>
          <a:xfrm>
            <a:off x="1463896" y="9475362"/>
            <a:ext cx="671383" cy="6095999"/>
          </a:xfrm>
          <a:prstGeom prst="rect">
            <a:avLst/>
          </a:prstGeom>
          <a:solidFill>
            <a:srgbClr val="0912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1119F29-31BB-2D4E-1B82-29DBA5797CFF}"/>
              </a:ext>
            </a:extLst>
          </p:cNvPr>
          <p:cNvSpPr/>
          <p:nvPr/>
        </p:nvSpPr>
        <p:spPr>
          <a:xfrm>
            <a:off x="2135279" y="9452147"/>
            <a:ext cx="613077" cy="6095999"/>
          </a:xfrm>
          <a:prstGeom prst="rect">
            <a:avLst/>
          </a:prstGeom>
          <a:solidFill>
            <a:srgbClr val="273E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E1E705C-0DE8-F68D-BF47-BB11EED8991D}"/>
              </a:ext>
            </a:extLst>
          </p:cNvPr>
          <p:cNvSpPr/>
          <p:nvPr/>
        </p:nvSpPr>
        <p:spPr>
          <a:xfrm>
            <a:off x="2765713" y="9461847"/>
            <a:ext cx="9426286" cy="6095999"/>
          </a:xfrm>
          <a:prstGeom prst="rect">
            <a:avLst/>
          </a:prstGeom>
          <a:solidFill>
            <a:srgbClr val="058D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66747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97f9ae-9c71-438c-b553-1e6fe8b1acb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29CFA7192B0F4AA60BE2DF65F4BC74" ma:contentTypeVersion="9" ma:contentTypeDescription="Create a new document." ma:contentTypeScope="" ma:versionID="ef97c4700a8b84355ea3d5271ef400dc">
  <xsd:schema xmlns:xsd="http://www.w3.org/2001/XMLSchema" xmlns:xs="http://www.w3.org/2001/XMLSchema" xmlns:p="http://schemas.microsoft.com/office/2006/metadata/properties" xmlns:ns3="8497f9ae-9c71-438c-b553-1e6fe8b1acb0" targetNamespace="http://schemas.microsoft.com/office/2006/metadata/properties" ma:root="true" ma:fieldsID="19f59ee8fbecd8278cad64988c28403f" ns3:_="">
    <xsd:import namespace="8497f9ae-9c71-438c-b553-1e6fe8b1acb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97f9ae-9c71-438c-b553-1e6fe8b1acb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4E0229-A2D7-4A18-9183-DF06585233B9}">
  <ds:schemaRefs>
    <ds:schemaRef ds:uri="http://schemas.microsoft.com/office/2006/documentManagement/types"/>
    <ds:schemaRef ds:uri="http://schemas.microsoft.com/office/infopath/2007/PartnerControls"/>
    <ds:schemaRef ds:uri="8497f9ae-9c71-438c-b553-1e6fe8b1acb0"/>
    <ds:schemaRef ds:uri="http://schemas.microsoft.com/office/2006/metadata/properties"/>
    <ds:schemaRef ds:uri="http://purl.org/dc/terms/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0A5C7DF-84E5-446C-B4FC-56870D904C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411720-9A1B-48EF-9EF5-6B5CAD257F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97f9ae-9c71-438c-b553-1e6fe8b1ac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282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Blacklisted</vt:lpstr>
      <vt:lpstr>Mangal Pro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KAIO RODRIGUES ROCHA .</dc:creator>
  <cp:lastModifiedBy>KAIO RODRIGUES ROCHA .</cp:lastModifiedBy>
  <cp:revision>2</cp:revision>
  <dcterms:created xsi:type="dcterms:W3CDTF">2025-11-25T23:46:58Z</dcterms:created>
  <dcterms:modified xsi:type="dcterms:W3CDTF">2025-11-26T03:36:20Z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0x010100A729CFA7192B0F4AA60BE2DF65F4BC74</vt:lpwstr>
  </property>
</Properties>
</file>